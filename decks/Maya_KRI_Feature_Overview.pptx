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5" r:id="rId4"/>
    <p:sldMasterId id="2147483783" r:id="rId5"/>
    <p:sldMasterId id="2147483796" r:id="rId6"/>
    <p:sldMasterId id="2147483808" r:id="rId7"/>
    <p:sldMasterId id="2147483840" r:id="rId8"/>
  </p:sldMasterIdLst>
  <p:notesMasterIdLst>
    <p:notesMasterId r:id="rId10"/>
  </p:notesMasterIdLst>
  <p:sldIdLst>
    <p:sldId id="257" r:id="rId9"/>
  </p:sldIdLst>
  <p:sldSz cx="12192000" cy="6858000"/>
  <p:notesSz cx="6858000" cy="9144000"/>
  <p:embeddedFontLst>
    <p:embeddedFont>
      <p:font typeface="Abel" panose="02000506030000020004" pitchFamily="2" charset="0"/>
      <p:regular r:id="rId11"/>
    </p:embeddedFont>
    <p:embeddedFont>
      <p:font typeface="Cerebri Sans Pro" pitchFamily="2" charset="77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77"/>
      <p:regular r:id="rId20"/>
      <p:bold r:id="rId21"/>
      <p:italic r:id="rId22"/>
      <p:boldItalic r:id="rId23"/>
    </p:embeddedFont>
    <p:embeddedFont>
      <p:font typeface="Nunito Light" pitchFamily="2" charset="77"/>
      <p:regular r:id="rId24"/>
      <p:italic r:id="rId25"/>
    </p:embeddedFont>
    <p:embeddedFont>
      <p:font typeface="Roboto Condensed Light" panose="02000000000000000000" pitchFamily="2" charset="0"/>
      <p:regular r:id="rId26"/>
      <p:italic r:id="rId27"/>
    </p:embeddedFont>
    <p:embeddedFont>
      <p:font typeface="Varela Round" panose="00000500000000000000" pitchFamily="2" charset="-79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ank Slides" id="{F2D47770-ABC4-4746-B706-13CAACF922DE}">
          <p14:sldIdLst>
            <p14:sldId id="257"/>
          </p14:sldIdLst>
        </p14:section>
        <p14:section name="Slide Samples" id="{63812297-E103-476B-907A-6DB2A523315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23B71E-4414-AE5B-A1FD-8B450FE43042}" name="Mitch Padua" initials="" userId="S::mitch.padua@paymaya.com::b55bc90f-4730-4433-881d-b9fa198bed2f" providerId="AD"/>
  <p188:author id="{B44CD52B-4F48-959C-FEF8-42718FBAD799}" name="KC Shiroma" initials="KS" userId="S::kazumi.shiroma@paymaya.com::5a2083ac-a5a5-4704-bd28-000891b5ace2" providerId="AD"/>
  <p188:author id="{A2585754-CFE3-845F-D796-834759506EC2}" name="Pepe Torres" initials="" userId="S::jose.torres@paymaya.com::572b044d-6fa2-4719-86c3-b658abdd5186" providerId="AD"/>
  <p188:author id="{21555D57-709B-27A3-7D07-C9A26D194864}" name="Sophia Marie Gianan" initials="" userId="S::sophia.gianan@paymaya.com::6d0f8538-6da1-4518-af15-65feec8c59b5" providerId="AD"/>
  <p188:author id="{539AFE66-F56A-1A86-1119-559EDE3C7986}" name="Nora Imelda Wilwayco" initials="NW" userId="S::nick.wilwayco@paymaya.com::6ee20469-6a62-4b81-8c09-3a4827208e74" providerId="AD"/>
  <p188:author id="{73E31F6B-CC23-E5C4-21E6-1B1E45625AF3}" name="Whan Woong Kim Stransom" initials="WS" userId="S::whan.stransom@paymaya.com::393e16b3-a307-42d6-91f9-30628d6e40eb" providerId="AD"/>
  <p188:author id="{ECEFFF83-59AF-66F5-D20F-C120C7633181}" name="Joseluis Sebastian Borja" initials="JB" userId="S::joseluis.borja@paymaya.com::54adabf4-54b6-43b2-9ae5-94a473ffdbb9" providerId="AD"/>
  <p188:author id="{5878088E-2AFF-8330-203D-32CFCE9B5D24}" name="Andrea Agatha Pascual" initials="AAP" userId="S::andrea.pascual@paymaya.com::183da6eb-1508-4437-b8fc-fff6f130c10c" providerId="AD"/>
  <p188:author id="{FE7DE891-BA9F-06F5-DF80-CAC4C8E5AAB2}" name="Katrina Cheong" initials="" userId="S::katrina.cheong@paymaya.com::b1e55b36-578e-49d8-8de9-5478cd38513e" providerId="AD"/>
  <p188:author id="{C299AB99-3418-D56F-E182-E90B8AE73379}" name="Alfred Lo" initials="" userId="S::alfred.lo@paymaya.com::ff73364f-e011-43bf-a180-9c08d49df1a7" providerId="AD"/>
  <p188:author id="{F2F4639D-F48A-1897-5E91-9A6C8003EB4F}" name="Alexandra Coreen Ramos" initials="AR" userId="S::alexandra.ramos@paymaya.com::50dabc49-1b43-45e4-871f-2aed9f2f203b" providerId="AD"/>
  <p188:author id="{21D0DDB1-BA9C-AD5E-8143-74103CCE9F82}" name="JP Meneses" initials="JM" userId="S::joseph.meneses@paymaya.com::302661b8-8581-412b-9f28-6822d8350314" providerId="AD"/>
  <p188:author id="{6593E6BD-DACB-65AD-62D5-C8FED35B03EB}" name="Melecio Valerio Jr." initials="MJ" userId="S::melecio.valerio@paymaya.com::dff28101-26e1-4879-926f-b2fc7da89fa1" providerId="AD"/>
  <p188:author id="{7935EFDD-8DC9-B185-A5D8-775959E17231}" name="John Alliage Morales" initials="" userId="S::alliage.morales@paymaya.com::4b0f2ca2-12dd-4677-a781-e6abfb97a0a5" providerId="AD"/>
  <p188:author id="{B5D835E5-ECE6-6E74-4178-6B902068897E}" name="Rae Monsour Louis Guinto" initials="RG" userId="S::rae.guinto@paymaya.com::7817d115-32f4-42c7-8561-96d8dffa31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057"/>
    <a:srgbClr val="254771"/>
    <a:srgbClr val="0F1A2D"/>
    <a:srgbClr val="002615"/>
    <a:srgbClr val="2BF1AE"/>
    <a:srgbClr val="FFFFFF"/>
    <a:srgbClr val="A609A9"/>
    <a:srgbClr val="050505"/>
    <a:srgbClr val="2FF29E"/>
    <a:srgbClr val="F6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57" autoAdjust="0"/>
    <p:restoredTop sz="94561"/>
  </p:normalViewPr>
  <p:slideViewPr>
    <p:cSldViewPr snapToGrid="0">
      <p:cViewPr varScale="1">
        <p:scale>
          <a:sx n="112" d="100"/>
          <a:sy n="112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Master" Target="slideMasters/slideMaster4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FA86F-1FB2-427C-B92D-4690E6029C40}" type="datetimeFigureOut">
              <a:rPr lang="en-PH" smtClean="0"/>
              <a:t>10/8/26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E3C22-1F82-436B-8A2E-7B0F111016A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016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E3C22-1F82-436B-8A2E-7B0F111016A5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1375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line on a black background&#10;&#10;Description automatically generated">
            <a:extLst>
              <a:ext uri="{FF2B5EF4-FFF2-40B4-BE49-F238E27FC236}">
                <a16:creationId xmlns:a16="http://schemas.microsoft.com/office/drawing/2014/main" id="{1E12CE30-B3B1-515E-3C23-D3AE3B88D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9E5919-0E9C-E67D-4A68-75D61ABE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864"/>
            <a:ext cx="5145157" cy="210971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0BBD2-6561-044A-0099-DB83D0F0D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35825"/>
            <a:ext cx="5145157" cy="1590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3092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 on a black background&#10;&#10;Description automatically generated">
            <a:extLst>
              <a:ext uri="{FF2B5EF4-FFF2-40B4-BE49-F238E27FC236}">
                <a16:creationId xmlns:a16="http://schemas.microsoft.com/office/drawing/2014/main" id="{2E3B392B-CEBE-431D-C9DD-59217331EC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3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arrows&#10;&#10;Description automatically generated">
            <a:extLst>
              <a:ext uri="{FF2B5EF4-FFF2-40B4-BE49-F238E27FC236}">
                <a16:creationId xmlns:a16="http://schemas.microsoft.com/office/drawing/2014/main" id="{64D91FD8-57C8-CAEE-F162-1CDCE04AB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6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black arrows&#10;&#10;Description automatically generated">
            <a:extLst>
              <a:ext uri="{FF2B5EF4-FFF2-40B4-BE49-F238E27FC236}">
                <a16:creationId xmlns:a16="http://schemas.microsoft.com/office/drawing/2014/main" id="{805616C5-5B1B-5486-6427-0D23898204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9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C0EC54DF-992B-F70C-CB28-62BD8E35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1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50F83C47-8C02-07F9-6CE4-0058D876F1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5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36B4E6B2-1268-670A-4346-619C5CDBA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36B4E6B2-1268-670A-4346-619C5CDBA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9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black and green objects&#10;&#10;Description automatically generated">
            <a:extLst>
              <a:ext uri="{FF2B5EF4-FFF2-40B4-BE49-F238E27FC236}">
                <a16:creationId xmlns:a16="http://schemas.microsoft.com/office/drawing/2014/main" id="{99B78D4F-7863-CD5A-F814-57A3EB9ADB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0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black and green objects&#10;&#10;Description automatically generated">
            <a:extLst>
              <a:ext uri="{FF2B5EF4-FFF2-40B4-BE49-F238E27FC236}">
                <a16:creationId xmlns:a16="http://schemas.microsoft.com/office/drawing/2014/main" id="{1D8004F1-2935-35DD-361A-262443C6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82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lines&#10;&#10;Description automatically generated">
            <a:extLst>
              <a:ext uri="{FF2B5EF4-FFF2-40B4-BE49-F238E27FC236}">
                <a16:creationId xmlns:a16="http://schemas.microsoft.com/office/drawing/2014/main" id="{43C800D1-BB07-B8D3-6426-B2120DD72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89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lines&#10;&#10;Description automatically generated">
            <a:extLst>
              <a:ext uri="{FF2B5EF4-FFF2-40B4-BE49-F238E27FC236}">
                <a16:creationId xmlns:a16="http://schemas.microsoft.com/office/drawing/2014/main" id="{43C800D1-BB07-B8D3-6426-B2120DD72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44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object with a green border&#10;&#10;Description automatically generated">
            <a:extLst>
              <a:ext uri="{FF2B5EF4-FFF2-40B4-BE49-F238E27FC236}">
                <a16:creationId xmlns:a16="http://schemas.microsoft.com/office/drawing/2014/main" id="{3995854A-00EF-83A2-9A0C-2C524F206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32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object with a green border&#10;&#10;Description automatically generated">
            <a:extLst>
              <a:ext uri="{FF2B5EF4-FFF2-40B4-BE49-F238E27FC236}">
                <a16:creationId xmlns:a16="http://schemas.microsoft.com/office/drawing/2014/main" id="{3995854A-00EF-83A2-9A0C-2C524F206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98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few lines&#10;&#10;Description automatically generated">
            <a:extLst>
              <a:ext uri="{FF2B5EF4-FFF2-40B4-BE49-F238E27FC236}">
                <a16:creationId xmlns:a16="http://schemas.microsoft.com/office/drawing/2014/main" id="{DFE74F3B-12DC-5992-A02C-8F6B9FDFE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50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few lines&#10;&#10;Description automatically generated">
            <a:extLst>
              <a:ext uri="{FF2B5EF4-FFF2-40B4-BE49-F238E27FC236}">
                <a16:creationId xmlns:a16="http://schemas.microsoft.com/office/drawing/2014/main" id="{DFE74F3B-12DC-5992-A02C-8F6B9FDFE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3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6456E672-1660-51D0-A79F-4B70BE4B7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70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6456E672-1660-51D0-A79F-4B70BE4B7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92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&#10;&#10;Description automatically generated">
            <a:extLst>
              <a:ext uri="{FF2B5EF4-FFF2-40B4-BE49-F238E27FC236}">
                <a16:creationId xmlns:a16="http://schemas.microsoft.com/office/drawing/2014/main" id="{0FCEEBFD-36AB-21E0-A138-C8E8CCD4D1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A16B06-3357-5408-DB92-91BE1FBCE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262"/>
            <a:ext cx="10515600" cy="1692275"/>
          </a:xfr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pic>
        <p:nvPicPr>
          <p:cNvPr id="9" name="Picture 8" descr="A green text with black background&#10;&#10;Description automatically generated">
            <a:extLst>
              <a:ext uri="{FF2B5EF4-FFF2-40B4-BE49-F238E27FC236}">
                <a16:creationId xmlns:a16="http://schemas.microsoft.com/office/drawing/2014/main" id="{9023CFB7-08AF-8E1B-1902-AA43A69448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33329" y="1501557"/>
            <a:ext cx="3995142" cy="123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85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&#10;&#10;Description automatically generated">
            <a:extLst>
              <a:ext uri="{FF2B5EF4-FFF2-40B4-BE49-F238E27FC236}">
                <a16:creationId xmlns:a16="http://schemas.microsoft.com/office/drawing/2014/main" id="{BBD41B3C-240B-8192-D7DF-A057F5E27F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1998" cy="6857998"/>
          </a:xfrm>
          <a:prstGeom prst="rect">
            <a:avLst/>
          </a:prstGeom>
        </p:spPr>
      </p:pic>
      <p:pic>
        <p:nvPicPr>
          <p:cNvPr id="7" name="Picture 6" descr="A green text with black background&#10;&#10;Description automatically generated">
            <a:extLst>
              <a:ext uri="{FF2B5EF4-FFF2-40B4-BE49-F238E27FC236}">
                <a16:creationId xmlns:a16="http://schemas.microsoft.com/office/drawing/2014/main" id="{82B777C0-606F-53E6-0AF1-E5EF5CCA6F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0" y="2700717"/>
            <a:ext cx="6096000" cy="188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6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12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green background with lines&#10;&#10;Description automatically generated">
            <a:extLst>
              <a:ext uri="{FF2B5EF4-FFF2-40B4-BE49-F238E27FC236}">
                <a16:creationId xmlns:a16="http://schemas.microsoft.com/office/drawing/2014/main" id="{C951F52A-C205-6D44-4920-0E0C92687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0081A-8F8B-7C5B-9F6B-BA8F48BC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24" y="366188"/>
            <a:ext cx="10694151" cy="1325034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58B6EA9-F9D2-A10D-6537-A846958182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01954" y="3086983"/>
            <a:ext cx="1892054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18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C00D9AC-C475-19EB-05D4-57D0681320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01954" y="4270070"/>
            <a:ext cx="1892054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F193726-6CF3-8AD8-6DFB-DDC126752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1954" y="5453156"/>
            <a:ext cx="1892054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C51D294-6EFA-1D57-6CEF-72B175D15B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8555" y="1980406"/>
            <a:ext cx="6596386" cy="4318794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9E4056F-0319-2604-A2A3-0B2E97F1E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1021" y="3085319"/>
            <a:ext cx="1892054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1791A91-1854-EC57-1A45-8DE58AE52A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51021" y="4270070"/>
            <a:ext cx="1892054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4925561-BEB2-C011-F2C6-997F5A4C30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51021" y="5451492"/>
            <a:ext cx="1892054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68DEBA2-B783-A6FF-E3D4-A83C7B62FA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01954" y="1983301"/>
            <a:ext cx="3941121" cy="846044"/>
          </a:xfrm>
        </p:spPr>
        <p:txBody>
          <a:bodyPr anchor="ctr">
            <a:noAutofit/>
          </a:bodyPr>
          <a:lstStyle>
            <a:lvl1pPr marL="10584" algn="ctr" defTabSz="651852" eaLnBrk="0" fontAlgn="base" hangingPunct="0">
              <a:spcBef>
                <a:spcPts val="1600"/>
              </a:spcBef>
              <a:spcAft>
                <a:spcPts val="1600"/>
              </a:spcAft>
              <a:buClrTx/>
              <a:defRPr sz="20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48390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3D65C53F-FBB9-812A-BB37-557ACF77D3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0081A-8F8B-7C5B-9F6B-BA8F48BC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24" y="366188"/>
            <a:ext cx="10694151" cy="954612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AF0717-15DC-089A-0D9E-E97C8F325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556" y="1761200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224718F-2133-9272-961F-F299B3A5F2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555" y="2946533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8E4645-BB16-A852-A625-61EAEDF8B7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1084" y="1761200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E51EC2A-20C6-FEE8-40BB-CECC351AA6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1083" y="2946533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8067927-033E-5411-746C-E008BDBE0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556" y="4267333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D2534E5-1ADE-7608-76C4-EA5FC41DB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8555" y="5452666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F4B6B1A-2401-E380-DD64-9C4D9AFC57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1084" y="4267333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4585521-C6FE-CBD0-A79F-E6E08CC8C6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1083" y="5452666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</p:spTree>
    <p:extLst>
      <p:ext uri="{BB962C8B-B14F-4D97-AF65-F5344CB8AC3E}">
        <p14:creationId xmlns:p14="http://schemas.microsoft.com/office/powerpoint/2010/main" val="1493606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652200" y="1943400"/>
            <a:ext cx="6122800" cy="31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867">
                <a:latin typeface="Helvetica Neue" panose="02000503000000020004"/>
              </a:defRPr>
            </a:lvl1pPr>
            <a:lvl2pPr marL="1219170" lvl="1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07855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9F7B-468D-0DC7-B475-187FED93C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DBED-983F-2C94-3A81-12E67880E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8842C-096A-79F8-B215-D3F76870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1694-7A34-31D9-9AF2-80B760B8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8F107-1658-3564-33A0-14BC44E6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39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3864-E34B-AD94-BF18-99DD2761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1CED-5C19-398E-AFCD-0ED5BE3C7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88DD-949C-BFAF-0175-B20ACD423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0DF77-95C7-A85B-0FCA-3312B358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9A23D-DBAF-65A6-9775-4DB6C11B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07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CCF6-3E76-DF25-F8E4-3964F238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76E22-5DFC-C6FC-CB4F-EA1383F30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96139-86B8-044E-8AA3-677CA534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C7583-3AF6-294C-1D2F-362BAE25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42810-A8EA-E8EE-2727-293698E9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408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D003-D0D4-28C4-1071-CA657417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BB1F-E9BF-8AD8-1A48-E8804224E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76B19-7D66-F75A-910E-A8D40A269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0059-A70C-8C35-4E0A-C173FB86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AA654-CE0F-194E-CC67-E088E77C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8D2CF-0FF5-0FE5-E4FA-44E26153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992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C36C-8929-14B2-94E7-6829EAE2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5BBA6-170B-5B2E-3ABF-D97334E17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5BA73-FEB0-E13D-B7DF-59D999021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BA516-F1CA-F2D4-CACB-928A72282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C5EC4-75A7-0FE2-1CC2-BD54E8D66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6CF41-6E68-02B1-94CE-A16421FF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098E1-89D3-3E65-3B81-9A758DE1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F6B38-49DC-E04D-0BC2-B874EBBA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118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0D15-CABD-627E-5EEE-DA65A7F5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C9C0A-E8C2-A7BF-DCFF-23FC2756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07308-DCFA-D71C-E952-215DF027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A6061-7C80-9CE7-AD7D-ADB56B6F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756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D8C5B-4C9C-7FE7-1756-598F0AEE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B0503-B0CC-2D02-81C7-2DEB8577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CDAC5-02D7-BDF2-0BB4-3B8F3637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187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F10C-75FA-13D8-F271-EE132BD7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3431-182F-8319-FCCE-4A3976E6B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354AE-0E6C-CFC6-F429-DD35086AB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CD0EE-B9DB-6925-E88F-7B6DD5BF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9ABC7-C558-95DF-111E-00AC0BE6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3405-3E20-8423-0164-F3793E6B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565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B37A-D751-8725-66EE-B878BF37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B714B-4E41-56D5-12FC-15E7BDE21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2A11E-44F2-C8FA-CAD0-82710B770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D83FA-0254-ECC4-6838-42D5681C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E4598-B1D4-A655-4EFE-94BE12F1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980A2-1DA2-85C1-2547-880D997B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394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E431-C10B-BCF2-6E2D-27619749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F0393-C6F4-DAC2-57C4-A0CDC485C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D918-9E48-236E-C654-13711A84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682C0-9001-E81F-C127-FD56B4B3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DE3E9-ACF9-ACE3-9005-5C8769AD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695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47324-EE40-4AB6-E0F4-0CB4895A0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38022-AB2D-C697-3DDD-0A97585F9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7864-1398-DCBB-E321-7CA5A949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BA02-CA64-B849-AE96-0C758D4D5C10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2E85-F97C-F447-1163-DA241BD9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43F3-E1D9-64CD-E982-F5A2B45A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55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Pr>
        <a:gradFill>
          <a:gsLst>
            <a:gs pos="0">
              <a:schemeClr val="accent4"/>
            </a:gs>
            <a:gs pos="100000">
              <a:schemeClr val="accent3"/>
            </a:gs>
          </a:gsLst>
          <a:lin ang="2698631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 userDrawn="1"/>
        </p:nvSpPr>
        <p:spPr>
          <a:xfrm>
            <a:off x="3613291" y="1"/>
            <a:ext cx="8578685" cy="6857873"/>
          </a:xfrm>
          <a:custGeom>
            <a:avLst/>
            <a:gdLst/>
            <a:ahLst/>
            <a:cxnLst/>
            <a:rect l="l" t="t" r="r" b="b"/>
            <a:pathLst>
              <a:path w="130514" h="104334" extrusionOk="0">
                <a:moveTo>
                  <a:pt x="100994" y="0"/>
                </a:moveTo>
                <a:cubicBezTo>
                  <a:pt x="100994" y="0"/>
                  <a:pt x="86231" y="3585"/>
                  <a:pt x="91811" y="31162"/>
                </a:cubicBezTo>
                <a:cubicBezTo>
                  <a:pt x="96364" y="53637"/>
                  <a:pt x="94006" y="81607"/>
                  <a:pt x="66172" y="81607"/>
                </a:cubicBezTo>
                <a:cubicBezTo>
                  <a:pt x="65925" y="81607"/>
                  <a:pt x="65676" y="81604"/>
                  <a:pt x="65425" y="81600"/>
                </a:cubicBezTo>
                <a:cubicBezTo>
                  <a:pt x="55492" y="81425"/>
                  <a:pt x="44349" y="76049"/>
                  <a:pt x="33001" y="76049"/>
                </a:cubicBezTo>
                <a:cubicBezTo>
                  <a:pt x="27645" y="76049"/>
                  <a:pt x="22243" y="77246"/>
                  <a:pt x="16902" y="80753"/>
                </a:cubicBezTo>
                <a:cubicBezTo>
                  <a:pt x="2879" y="89963"/>
                  <a:pt x="1" y="104334"/>
                  <a:pt x="1" y="104334"/>
                </a:cubicBezTo>
                <a:lnTo>
                  <a:pt x="130513" y="104334"/>
                </a:lnTo>
                <a:lnTo>
                  <a:pt x="130513" y="0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 userDrawn="1"/>
        </p:nvSpPr>
        <p:spPr>
          <a:xfrm>
            <a:off x="4714289" y="2483917"/>
            <a:ext cx="7477708" cy="437400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 userDrawn="1"/>
        </p:nvSpPr>
        <p:spPr>
          <a:xfrm>
            <a:off x="1" y="5389"/>
            <a:ext cx="7994740" cy="5946331"/>
          </a:xfrm>
          <a:custGeom>
            <a:avLst/>
            <a:gdLst/>
            <a:ahLst/>
            <a:cxnLst/>
            <a:rect l="l" t="t" r="r" b="b"/>
            <a:pathLst>
              <a:path w="121630" h="90466" extrusionOk="0">
                <a:moveTo>
                  <a:pt x="1" y="1"/>
                </a:moveTo>
                <a:lnTo>
                  <a:pt x="1" y="89520"/>
                </a:lnTo>
                <a:cubicBezTo>
                  <a:pt x="2415" y="90107"/>
                  <a:pt x="5391" y="90466"/>
                  <a:pt x="8641" y="90466"/>
                </a:cubicBezTo>
                <a:cubicBezTo>
                  <a:pt x="21536" y="90466"/>
                  <a:pt x="38723" y="84819"/>
                  <a:pt x="42056" y="65440"/>
                </a:cubicBezTo>
                <a:cubicBezTo>
                  <a:pt x="45105" y="47715"/>
                  <a:pt x="48968" y="43796"/>
                  <a:pt x="57073" y="43796"/>
                </a:cubicBezTo>
                <a:cubicBezTo>
                  <a:pt x="63200" y="43796"/>
                  <a:pt x="71751" y="46035"/>
                  <a:pt x="84206" y="46243"/>
                </a:cubicBezTo>
                <a:cubicBezTo>
                  <a:pt x="84456" y="46247"/>
                  <a:pt x="84703" y="46249"/>
                  <a:pt x="84948" y="46249"/>
                </a:cubicBezTo>
                <a:cubicBezTo>
                  <a:pt x="121629" y="46249"/>
                  <a:pt x="111539" y="1"/>
                  <a:pt x="111539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 userDrawn="1"/>
        </p:nvSpPr>
        <p:spPr>
          <a:xfrm>
            <a:off x="0" y="1"/>
            <a:ext cx="7016085" cy="4096623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60000" y="2245287"/>
            <a:ext cx="6727600" cy="312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400">
                <a:latin typeface="Helvetica Neue" panose="020005030000000200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8274100" y="4729633"/>
            <a:ext cx="2953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>
                <a:latin typeface="Helvetica Neue" panose="0200050300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87483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>
            <a:off x="4" y="34"/>
            <a:ext cx="8578685" cy="6857873"/>
          </a:xfrm>
          <a:custGeom>
            <a:avLst/>
            <a:gdLst/>
            <a:ahLst/>
            <a:cxnLst/>
            <a:rect l="l" t="t" r="r" b="b"/>
            <a:pathLst>
              <a:path w="130514" h="104334" extrusionOk="0">
                <a:moveTo>
                  <a:pt x="100994" y="0"/>
                </a:moveTo>
                <a:cubicBezTo>
                  <a:pt x="100994" y="0"/>
                  <a:pt x="86231" y="3585"/>
                  <a:pt x="91811" y="31162"/>
                </a:cubicBezTo>
                <a:cubicBezTo>
                  <a:pt x="96364" y="53637"/>
                  <a:pt x="94006" y="81607"/>
                  <a:pt x="66172" y="81607"/>
                </a:cubicBezTo>
                <a:cubicBezTo>
                  <a:pt x="65925" y="81607"/>
                  <a:pt x="65676" y="81604"/>
                  <a:pt x="65425" y="81600"/>
                </a:cubicBezTo>
                <a:cubicBezTo>
                  <a:pt x="55492" y="81425"/>
                  <a:pt x="44349" y="76049"/>
                  <a:pt x="33001" y="76049"/>
                </a:cubicBezTo>
                <a:cubicBezTo>
                  <a:pt x="27645" y="76049"/>
                  <a:pt x="22243" y="77246"/>
                  <a:pt x="16902" y="80753"/>
                </a:cubicBezTo>
                <a:cubicBezTo>
                  <a:pt x="2879" y="89963"/>
                  <a:pt x="1" y="104334"/>
                  <a:pt x="1" y="104334"/>
                </a:cubicBezTo>
                <a:lnTo>
                  <a:pt x="130513" y="104334"/>
                </a:lnTo>
                <a:lnTo>
                  <a:pt x="13051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4"/>
          <p:cNvSpPr/>
          <p:nvPr/>
        </p:nvSpPr>
        <p:spPr>
          <a:xfrm flipH="1">
            <a:off x="4197239" y="5423"/>
            <a:ext cx="7994740" cy="5946331"/>
          </a:xfrm>
          <a:custGeom>
            <a:avLst/>
            <a:gdLst/>
            <a:ahLst/>
            <a:cxnLst/>
            <a:rect l="l" t="t" r="r" b="b"/>
            <a:pathLst>
              <a:path w="121630" h="90466" extrusionOk="0">
                <a:moveTo>
                  <a:pt x="1" y="1"/>
                </a:moveTo>
                <a:lnTo>
                  <a:pt x="1" y="89520"/>
                </a:lnTo>
                <a:cubicBezTo>
                  <a:pt x="2415" y="90107"/>
                  <a:pt x="5391" y="90466"/>
                  <a:pt x="8641" y="90466"/>
                </a:cubicBezTo>
                <a:cubicBezTo>
                  <a:pt x="21536" y="90466"/>
                  <a:pt x="38723" y="84819"/>
                  <a:pt x="42056" y="65440"/>
                </a:cubicBezTo>
                <a:cubicBezTo>
                  <a:pt x="45105" y="47715"/>
                  <a:pt x="48968" y="43796"/>
                  <a:pt x="57073" y="43796"/>
                </a:cubicBezTo>
                <a:cubicBezTo>
                  <a:pt x="63200" y="43796"/>
                  <a:pt x="71751" y="46035"/>
                  <a:pt x="84206" y="46243"/>
                </a:cubicBezTo>
                <a:cubicBezTo>
                  <a:pt x="84456" y="46247"/>
                  <a:pt x="84703" y="46249"/>
                  <a:pt x="84948" y="46249"/>
                </a:cubicBezTo>
                <a:cubicBezTo>
                  <a:pt x="121629" y="46249"/>
                  <a:pt x="111539" y="1"/>
                  <a:pt x="111539" y="1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/>
          <p:nvPr/>
        </p:nvSpPr>
        <p:spPr>
          <a:xfrm flipH="1">
            <a:off x="5175910" y="34"/>
            <a:ext cx="7016085" cy="4096623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9084F14-F93E-4FFA-B68F-DF28AC1FC5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6EA55A-964D-4474-9436-D320CCDBE00C}"/>
              </a:ext>
            </a:extLst>
          </p:cNvPr>
          <p:cNvSpPr/>
          <p:nvPr userDrawn="1"/>
        </p:nvSpPr>
        <p:spPr>
          <a:xfrm>
            <a:off x="-12" y="906248"/>
            <a:ext cx="12191991" cy="5951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62000" y="118413"/>
            <a:ext cx="10268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400">
                <a:solidFill>
                  <a:schemeClr val="accent1"/>
                </a:solidFill>
                <a:latin typeface="Helvetica Neue" panose="0200050300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62000" y="2141508"/>
            <a:ext cx="10268000" cy="455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bel"/>
              <a:buChar char="●"/>
              <a:defRPr sz="1600">
                <a:solidFill>
                  <a:sysClr val="windowText" lastClr="000000"/>
                </a:solidFill>
                <a:latin typeface="Helvetica Neue" panose="02000503000000020004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gradFill>
          <a:gsLst>
            <a:gs pos="0">
              <a:schemeClr val="accent4"/>
            </a:gs>
            <a:gs pos="100000">
              <a:schemeClr val="accent3"/>
            </a:gs>
          </a:gsLst>
          <a:lin ang="2698631" scaled="0"/>
        </a:gra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Helvetica Neue" panose="0200050300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>
                <a:latin typeface="Helvetica Neue" panose="02000503000000020004"/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FC6A857-7B6A-44F7-A5EA-A98B393DFB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628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gradFill>
          <a:gsLst>
            <a:gs pos="0">
              <a:schemeClr val="accent4"/>
            </a:gs>
            <a:gs pos="100000">
              <a:schemeClr val="accent3"/>
            </a:gs>
          </a:gsLst>
          <a:lin ang="2698631" scaled="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Helvetica Neue" panose="02000503000000020004"/>
              </a:defRPr>
            </a:lvl1pPr>
          </a:lstStyle>
          <a:p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749662-771E-49CF-9DC0-6F410CF4B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045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0B5B758-32D7-406A-89D5-66E658F101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130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chemeClr val="accent4"/>
            </a:gs>
            <a:gs pos="100000">
              <a:schemeClr val="accent3"/>
            </a:gs>
          </a:gsLst>
          <a:lin ang="2698631" scaled="0"/>
        </a:gra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9E3687-329B-420E-9074-EFA024ADE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078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45253-EA37-E248-9AAE-84FDC7AD34F2}"/>
              </a:ext>
            </a:extLst>
          </p:cNvPr>
          <p:cNvSpPr/>
          <p:nvPr userDrawn="1"/>
        </p:nvSpPr>
        <p:spPr>
          <a:xfrm>
            <a:off x="0" y="6165930"/>
            <a:ext cx="12192000" cy="692071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7531A-0CE9-2F4E-A005-A52600A3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2F16-1B4F-5C42-87FD-AD5D995C2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31EE4A-BA23-4911-B800-9AD516BF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C9033-5079-2347-8755-FE7EA6F5230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A37A265-9148-8E0E-1C19-6F788786E1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4666" y="6326826"/>
            <a:ext cx="1295969" cy="37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746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lin ang="0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 flipH="1">
            <a:off x="960000" y="1644233"/>
            <a:ext cx="6039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800">
                <a:latin typeface="Helvetica Neue" panose="0200050300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 flipH="1">
            <a:off x="960000" y="3620633"/>
            <a:ext cx="38792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67">
                <a:latin typeface="Helvetica Neue" panose="02000503000000020004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85D661-49E2-4434-BD04-860C810694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4" y="368816"/>
            <a:ext cx="387517" cy="2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1146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>
            <a:off x="4" y="34"/>
            <a:ext cx="8578685" cy="6857873"/>
          </a:xfrm>
          <a:custGeom>
            <a:avLst/>
            <a:gdLst/>
            <a:ahLst/>
            <a:cxnLst/>
            <a:rect l="l" t="t" r="r" b="b"/>
            <a:pathLst>
              <a:path w="130514" h="104334" extrusionOk="0">
                <a:moveTo>
                  <a:pt x="100994" y="0"/>
                </a:moveTo>
                <a:cubicBezTo>
                  <a:pt x="100994" y="0"/>
                  <a:pt x="86231" y="3585"/>
                  <a:pt x="91811" y="31162"/>
                </a:cubicBezTo>
                <a:cubicBezTo>
                  <a:pt x="96364" y="53637"/>
                  <a:pt x="94006" y="81607"/>
                  <a:pt x="66172" y="81607"/>
                </a:cubicBezTo>
                <a:cubicBezTo>
                  <a:pt x="65925" y="81607"/>
                  <a:pt x="65676" y="81604"/>
                  <a:pt x="65425" y="81600"/>
                </a:cubicBezTo>
                <a:cubicBezTo>
                  <a:pt x="55492" y="81425"/>
                  <a:pt x="44349" y="76049"/>
                  <a:pt x="33001" y="76049"/>
                </a:cubicBezTo>
                <a:cubicBezTo>
                  <a:pt x="27645" y="76049"/>
                  <a:pt x="22243" y="77246"/>
                  <a:pt x="16902" y="80753"/>
                </a:cubicBezTo>
                <a:cubicBezTo>
                  <a:pt x="2879" y="89963"/>
                  <a:pt x="1" y="104334"/>
                  <a:pt x="1" y="104334"/>
                </a:cubicBezTo>
                <a:lnTo>
                  <a:pt x="130513" y="104334"/>
                </a:lnTo>
                <a:lnTo>
                  <a:pt x="13051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4"/>
          <p:cNvSpPr/>
          <p:nvPr/>
        </p:nvSpPr>
        <p:spPr>
          <a:xfrm flipH="1">
            <a:off x="4197239" y="5423"/>
            <a:ext cx="7994740" cy="5946331"/>
          </a:xfrm>
          <a:custGeom>
            <a:avLst/>
            <a:gdLst/>
            <a:ahLst/>
            <a:cxnLst/>
            <a:rect l="l" t="t" r="r" b="b"/>
            <a:pathLst>
              <a:path w="121630" h="90466" extrusionOk="0">
                <a:moveTo>
                  <a:pt x="1" y="1"/>
                </a:moveTo>
                <a:lnTo>
                  <a:pt x="1" y="89520"/>
                </a:lnTo>
                <a:cubicBezTo>
                  <a:pt x="2415" y="90107"/>
                  <a:pt x="5391" y="90466"/>
                  <a:pt x="8641" y="90466"/>
                </a:cubicBezTo>
                <a:cubicBezTo>
                  <a:pt x="21536" y="90466"/>
                  <a:pt x="38723" y="84819"/>
                  <a:pt x="42056" y="65440"/>
                </a:cubicBezTo>
                <a:cubicBezTo>
                  <a:pt x="45105" y="47715"/>
                  <a:pt x="48968" y="43796"/>
                  <a:pt x="57073" y="43796"/>
                </a:cubicBezTo>
                <a:cubicBezTo>
                  <a:pt x="63200" y="43796"/>
                  <a:pt x="71751" y="46035"/>
                  <a:pt x="84206" y="46243"/>
                </a:cubicBezTo>
                <a:cubicBezTo>
                  <a:pt x="84456" y="46247"/>
                  <a:pt x="84703" y="46249"/>
                  <a:pt x="84948" y="46249"/>
                </a:cubicBezTo>
                <a:cubicBezTo>
                  <a:pt x="121629" y="46249"/>
                  <a:pt x="111539" y="1"/>
                  <a:pt x="111539" y="1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/>
          <p:nvPr/>
        </p:nvSpPr>
        <p:spPr>
          <a:xfrm flipH="1">
            <a:off x="5175910" y="34"/>
            <a:ext cx="7016085" cy="4096623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9084F14-F93E-4FFA-B68F-DF28AC1FC5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6EA55A-964D-4474-9436-D320CCDBE00C}"/>
              </a:ext>
            </a:extLst>
          </p:cNvPr>
          <p:cNvSpPr/>
          <p:nvPr userDrawn="1"/>
        </p:nvSpPr>
        <p:spPr>
          <a:xfrm>
            <a:off x="-12" y="906248"/>
            <a:ext cx="12191991" cy="5951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62000" y="118413"/>
            <a:ext cx="10268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400">
                <a:solidFill>
                  <a:schemeClr val="accent1"/>
                </a:solidFill>
                <a:latin typeface="Helvetica Neue" panose="0200050300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62000" y="2141508"/>
            <a:ext cx="10268000" cy="455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bel"/>
              <a:buChar char="●"/>
              <a:defRPr sz="1600">
                <a:solidFill>
                  <a:sysClr val="windowText" lastClr="000000"/>
                </a:solidFill>
                <a:latin typeface="Helvetica Neue" panose="02000503000000020004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531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bg>
      <p:bgPr>
        <a:solidFill>
          <a:schemeClr val="accent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0B5B758-32D7-406A-89D5-66E658F101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091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DAC09-BCA6-9C49-AA1F-125C1C619850}"/>
              </a:ext>
            </a:extLst>
          </p:cNvPr>
          <p:cNvSpPr/>
          <p:nvPr userDrawn="1"/>
        </p:nvSpPr>
        <p:spPr>
          <a:xfrm>
            <a:off x="0" y="6165930"/>
            <a:ext cx="12192000" cy="692071"/>
          </a:xfrm>
          <a:prstGeom prst="rect">
            <a:avLst/>
          </a:prstGeom>
          <a:solidFill>
            <a:srgbClr val="00B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65160-00CC-EF4A-AE52-DC187FC3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18A43-911C-584B-AB1F-4FFE38495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158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0AA15-9672-FE48-ADEB-4BDD19688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158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ECBD2-CCFC-114B-A3EF-5017FD51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PH"/>
              <a:t>17 February 2022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196B5-F134-C44A-98FB-E548605F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PayMaya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C32E1-F90B-4C46-BAB3-675C2024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2C9033-5079-2347-8755-FE7EA6F523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717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002536" y="2800433"/>
            <a:ext cx="6800000" cy="25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3708" y="4705199"/>
            <a:ext cx="27832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66906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 flipH="1">
            <a:off x="4669600" y="1554400"/>
            <a:ext cx="5744400" cy="19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11333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 flipH="1">
            <a:off x="5740400" y="3506200"/>
            <a:ext cx="46736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1656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 flipH="1">
            <a:off x="2145414" y="2472800"/>
            <a:ext cx="7901173" cy="19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 flipH="1">
            <a:off x="3759200" y="4829361"/>
            <a:ext cx="46736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67BDE-05A4-44BC-8E7A-D9C948BBA3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16009" y="567267"/>
            <a:ext cx="1559983" cy="1559984"/>
          </a:xfrm>
        </p:spPr>
        <p:txBody>
          <a:bodyPr anchor="ctr"/>
          <a:lstStyle>
            <a:lvl1pPr marL="203195" indent="0">
              <a:buNone/>
              <a:defRPr>
                <a:latin typeface="Helvetica Neue" panose="02000503000000020004"/>
              </a:defRPr>
            </a:lvl1pPr>
          </a:lstStyle>
          <a:p>
            <a:r>
              <a:rPr lang="en-PH"/>
              <a:t>[place 3D icon here]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619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ctrTitle"/>
          </p:nvPr>
        </p:nvSpPr>
        <p:spPr>
          <a:xfrm flipH="1">
            <a:off x="4250208" y="1341364"/>
            <a:ext cx="2386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 flipH="1">
            <a:off x="4250097" y="1956683"/>
            <a:ext cx="2136000" cy="9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 idx="2" hasCustomPrompt="1"/>
          </p:nvPr>
        </p:nvSpPr>
        <p:spPr>
          <a:xfrm>
            <a:off x="4895700" y="1178424"/>
            <a:ext cx="8148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4"/>
          <p:cNvSpPr txBox="1">
            <a:spLocks noGrp="1"/>
          </p:cNvSpPr>
          <p:nvPr>
            <p:ph type="ctrTitle" idx="3"/>
          </p:nvPr>
        </p:nvSpPr>
        <p:spPr>
          <a:xfrm flipH="1">
            <a:off x="4250208" y="4117671"/>
            <a:ext cx="2386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4"/>
          </p:nvPr>
        </p:nvSpPr>
        <p:spPr>
          <a:xfrm flipH="1">
            <a:off x="4250229" y="4725684"/>
            <a:ext cx="21360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5" hasCustomPrompt="1"/>
          </p:nvPr>
        </p:nvSpPr>
        <p:spPr>
          <a:xfrm>
            <a:off x="4897337" y="3791557"/>
            <a:ext cx="8148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ctrTitle" idx="6"/>
          </p:nvPr>
        </p:nvSpPr>
        <p:spPr>
          <a:xfrm flipH="1">
            <a:off x="9127863" y="1341364"/>
            <a:ext cx="2386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7"/>
          </p:nvPr>
        </p:nvSpPr>
        <p:spPr>
          <a:xfrm flipH="1">
            <a:off x="9127900" y="1956683"/>
            <a:ext cx="2386400" cy="9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 idx="8" hasCustomPrompt="1"/>
          </p:nvPr>
        </p:nvSpPr>
        <p:spPr>
          <a:xfrm>
            <a:off x="9602168" y="1196460"/>
            <a:ext cx="11788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ctrTitle" idx="9"/>
          </p:nvPr>
        </p:nvSpPr>
        <p:spPr>
          <a:xfrm flipH="1">
            <a:off x="9118899" y="4115265"/>
            <a:ext cx="2386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3"/>
          </p:nvPr>
        </p:nvSpPr>
        <p:spPr>
          <a:xfrm flipH="1">
            <a:off x="9118933" y="4725684"/>
            <a:ext cx="2386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 idx="14" hasCustomPrompt="1"/>
          </p:nvPr>
        </p:nvSpPr>
        <p:spPr>
          <a:xfrm>
            <a:off x="9602168" y="3789520"/>
            <a:ext cx="11788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5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15"/>
          </p:nvPr>
        </p:nvSpPr>
        <p:spPr>
          <a:xfrm rot="-5400000">
            <a:off x="-1352851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9482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 flipH="1">
            <a:off x="5319567" y="4042867"/>
            <a:ext cx="40928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Work Sans Regula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 flipH="1">
            <a:off x="5319567" y="2267900"/>
            <a:ext cx="4510400" cy="1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  <a:ea typeface="Helvetica Neue" panose="02000503000000020004"/>
                <a:cs typeface="Varela Round"/>
                <a:sym typeface="Varela Rou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7931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1">
  <p:cSld name="Header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ctrTitle"/>
          </p:nvPr>
        </p:nvSpPr>
        <p:spPr>
          <a:xfrm>
            <a:off x="823492" y="3089667"/>
            <a:ext cx="3294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1"/>
          </p:nvPr>
        </p:nvSpPr>
        <p:spPr>
          <a:xfrm>
            <a:off x="823492" y="3704933"/>
            <a:ext cx="34132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 idx="2" hasCustomPrompt="1"/>
          </p:nvPr>
        </p:nvSpPr>
        <p:spPr>
          <a:xfrm>
            <a:off x="823492" y="2285832"/>
            <a:ext cx="11188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500"/>
              <a:buNone/>
              <a:defRPr sz="40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7340364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652200" y="1943400"/>
            <a:ext cx="6122800" cy="31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867">
                <a:latin typeface="Helvetica Neue" panose="02000503000000020004"/>
              </a:defRPr>
            </a:lvl1pPr>
            <a:lvl2pPr marL="1219170" lvl="1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75706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CC97AC-DD68-4526-B208-C494B31C0A76}"/>
              </a:ext>
            </a:extLst>
          </p:cNvPr>
          <p:cNvSpPr/>
          <p:nvPr userDrawn="1"/>
        </p:nvSpPr>
        <p:spPr>
          <a:xfrm>
            <a:off x="2002694" y="0"/>
            <a:ext cx="1018930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652200" y="1943400"/>
            <a:ext cx="6122800" cy="31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867">
                <a:latin typeface="Helvetica Neue" panose="02000503000000020004"/>
              </a:defRPr>
            </a:lvl1pPr>
            <a:lvl2pPr marL="1219170" lvl="1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33034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ctrTitle"/>
          </p:nvPr>
        </p:nvSpPr>
        <p:spPr>
          <a:xfrm flipH="1">
            <a:off x="6813167" y="912651"/>
            <a:ext cx="2071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ubTitle" idx="1"/>
          </p:nvPr>
        </p:nvSpPr>
        <p:spPr>
          <a:xfrm flipH="1">
            <a:off x="4769067" y="1527933"/>
            <a:ext cx="4173600" cy="24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ctrTitle" idx="2"/>
          </p:nvPr>
        </p:nvSpPr>
        <p:spPr>
          <a:xfrm flipH="1">
            <a:off x="4313533" y="3486248"/>
            <a:ext cx="2386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3"/>
          </p:nvPr>
        </p:nvSpPr>
        <p:spPr>
          <a:xfrm flipH="1">
            <a:off x="4313600" y="4101532"/>
            <a:ext cx="4173600" cy="1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 idx="4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554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ctrTitle"/>
          </p:nvPr>
        </p:nvSpPr>
        <p:spPr>
          <a:xfrm flipH="1">
            <a:off x="3923872" y="1495233"/>
            <a:ext cx="2080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 flipH="1">
            <a:off x="3221067" y="2259728"/>
            <a:ext cx="3486400" cy="1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ctrTitle" idx="2"/>
          </p:nvPr>
        </p:nvSpPr>
        <p:spPr>
          <a:xfrm flipH="1">
            <a:off x="7909505" y="2932384"/>
            <a:ext cx="2080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3"/>
          </p:nvPr>
        </p:nvSpPr>
        <p:spPr>
          <a:xfrm flipH="1">
            <a:off x="7206700" y="3719791"/>
            <a:ext cx="3486400" cy="1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ctrTitle" idx="4"/>
          </p:nvPr>
        </p:nvSpPr>
        <p:spPr>
          <a:xfrm flipH="1">
            <a:off x="3923872" y="4542677"/>
            <a:ext cx="2080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5"/>
          </p:nvPr>
        </p:nvSpPr>
        <p:spPr>
          <a:xfrm flipH="1">
            <a:off x="3221067" y="5512185"/>
            <a:ext cx="34864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title" idx="6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5600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58891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and image">
  <p:cSld name="Big title and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ctrTitle"/>
          </p:nvPr>
        </p:nvSpPr>
        <p:spPr>
          <a:xfrm flipH="1">
            <a:off x="759167" y="1291900"/>
            <a:ext cx="5271600" cy="163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140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6465733" y="2130397"/>
            <a:ext cx="4405200" cy="25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>
                <a:latin typeface="Helvetica Neue" panose="02000503000000020004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Helvetica Neue" panose="02000503000000020004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dk1"/>
              </a:solidFill>
            </a:endParaRPr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87027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 flipH="1">
            <a:off x="3314800" y="2034400"/>
            <a:ext cx="5562400" cy="23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133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41060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 flipH="1">
            <a:off x="2069804" y="3733246"/>
            <a:ext cx="8052392" cy="1617921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133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94288D6-69B2-4B52-958C-5B4C6D92EE5A}"/>
              </a:ext>
            </a:extLst>
          </p:cNvPr>
          <p:cNvSpPr/>
          <p:nvPr userDrawn="1"/>
        </p:nvSpPr>
        <p:spPr>
          <a:xfrm>
            <a:off x="5028019" y="1343873"/>
            <a:ext cx="2135963" cy="2135963"/>
          </a:xfrm>
          <a:prstGeom prst="ellipse">
            <a:avLst/>
          </a:prstGeom>
          <a:noFill/>
          <a:ln>
            <a:solidFill>
              <a:schemeClr val="accent1"/>
            </a:solidFill>
          </a:ln>
          <a:effectLst>
            <a:glow rad="88900">
              <a:schemeClr val="accent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F7CCD4-F081-4398-8BFA-DDAE0C4C6ACC}"/>
              </a:ext>
            </a:extLst>
          </p:cNvPr>
          <p:cNvSpPr/>
          <p:nvPr userDrawn="1"/>
        </p:nvSpPr>
        <p:spPr>
          <a:xfrm>
            <a:off x="5292650" y="1608505"/>
            <a:ext cx="1606701" cy="1606699"/>
          </a:xfrm>
          <a:prstGeom prst="ellipse">
            <a:avLst/>
          </a:prstGeom>
          <a:noFill/>
          <a:ln>
            <a:solidFill>
              <a:schemeClr val="accent1"/>
            </a:solidFill>
          </a:ln>
          <a:effectLst>
            <a:glow rad="88900">
              <a:schemeClr val="accent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3DC2DA3-4DAD-4977-9EDF-8D7F4ACEAA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16009" y="1631863"/>
            <a:ext cx="1559983" cy="1559984"/>
          </a:xfrm>
        </p:spPr>
        <p:txBody>
          <a:bodyPr anchor="ctr"/>
          <a:lstStyle>
            <a:lvl1pPr marL="203195" indent="0" algn="ctr">
              <a:buNone/>
              <a:defRPr>
                <a:latin typeface="Helvetica Neue" panose="02000503000000020004"/>
              </a:defRPr>
            </a:lvl1pPr>
          </a:lstStyle>
          <a:p>
            <a:r>
              <a:rPr lang="en-PH"/>
              <a:t>[place</a:t>
            </a:r>
            <a:br>
              <a:rPr lang="en-PH"/>
            </a:br>
            <a:r>
              <a:rPr lang="en-PH"/>
              <a:t>icon here]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1122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2">
  <p:cSld name="Headline 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6947647" y="3159765"/>
            <a:ext cx="4421821" cy="6143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7980699" y="3873373"/>
            <a:ext cx="3388800" cy="439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 idx="2" hasCustomPrompt="1"/>
          </p:nvPr>
        </p:nvSpPr>
        <p:spPr>
          <a:xfrm>
            <a:off x="9031277" y="1810871"/>
            <a:ext cx="2338400" cy="1249663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40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071433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5721496" y="5884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8000">
                <a:latin typeface="Helvetica Neue" panose="020005030000000200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7619999" y="2812933"/>
            <a:ext cx="349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Helvetica Neue" panose="0200050300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50242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 flipH="1">
            <a:off x="8465900" y="2811192"/>
            <a:ext cx="2927200" cy="12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latin typeface="Helvetica Neue" panose="02000503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72694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3767821" y="1148676"/>
            <a:ext cx="2542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3767853" y="1445767"/>
            <a:ext cx="2542000" cy="9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ctrTitle" idx="2"/>
          </p:nvPr>
        </p:nvSpPr>
        <p:spPr>
          <a:xfrm>
            <a:off x="8032029" y="828695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3"/>
          </p:nvPr>
        </p:nvSpPr>
        <p:spPr>
          <a:xfrm>
            <a:off x="8032033" y="1452967"/>
            <a:ext cx="2462000" cy="9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ctrTitle" idx="4"/>
          </p:nvPr>
        </p:nvSpPr>
        <p:spPr>
          <a:xfrm>
            <a:off x="8032029" y="2640013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5"/>
          </p:nvPr>
        </p:nvSpPr>
        <p:spPr>
          <a:xfrm>
            <a:off x="8032033" y="3255887"/>
            <a:ext cx="25044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ctrTitle" idx="6"/>
          </p:nvPr>
        </p:nvSpPr>
        <p:spPr>
          <a:xfrm>
            <a:off x="3767821" y="2637537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7"/>
          </p:nvPr>
        </p:nvSpPr>
        <p:spPr>
          <a:xfrm>
            <a:off x="3767833" y="3252827"/>
            <a:ext cx="2542000" cy="9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ctrTitle" idx="8"/>
          </p:nvPr>
        </p:nvSpPr>
        <p:spPr>
          <a:xfrm>
            <a:off x="3767821" y="4470508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9"/>
          </p:nvPr>
        </p:nvSpPr>
        <p:spPr>
          <a:xfrm>
            <a:off x="3767837" y="5093652"/>
            <a:ext cx="2542000" cy="9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ctrTitle" idx="13"/>
          </p:nvPr>
        </p:nvSpPr>
        <p:spPr>
          <a:xfrm>
            <a:off x="8032029" y="4470508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4"/>
          </p:nvPr>
        </p:nvSpPr>
        <p:spPr>
          <a:xfrm>
            <a:off x="8032033" y="5095852"/>
            <a:ext cx="22536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 idx="15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87627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ctrTitle"/>
          </p:nvPr>
        </p:nvSpPr>
        <p:spPr>
          <a:xfrm>
            <a:off x="1751485" y="1905633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1485084" y="2520933"/>
            <a:ext cx="28084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ctrTitle" idx="2"/>
          </p:nvPr>
        </p:nvSpPr>
        <p:spPr>
          <a:xfrm>
            <a:off x="8101716" y="1928717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3"/>
          </p:nvPr>
        </p:nvSpPr>
        <p:spPr>
          <a:xfrm>
            <a:off x="8101716" y="2544000"/>
            <a:ext cx="28084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ctrTitle" idx="4"/>
          </p:nvPr>
        </p:nvSpPr>
        <p:spPr>
          <a:xfrm>
            <a:off x="1865929" y="3431933"/>
            <a:ext cx="2427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5"/>
          </p:nvPr>
        </p:nvSpPr>
        <p:spPr>
          <a:xfrm>
            <a:off x="1485084" y="4047233"/>
            <a:ext cx="28084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ctrTitle" idx="6"/>
          </p:nvPr>
        </p:nvSpPr>
        <p:spPr>
          <a:xfrm>
            <a:off x="8101716" y="3455017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7"/>
          </p:nvPr>
        </p:nvSpPr>
        <p:spPr>
          <a:xfrm>
            <a:off x="8101716" y="4070300"/>
            <a:ext cx="28084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title" idx="8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39334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ctrTitle"/>
          </p:nvPr>
        </p:nvSpPr>
        <p:spPr>
          <a:xfrm flipH="1">
            <a:off x="2329300" y="2128367"/>
            <a:ext cx="2001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1"/>
          </p:nvPr>
        </p:nvSpPr>
        <p:spPr>
          <a:xfrm flipH="1">
            <a:off x="2156433" y="2931684"/>
            <a:ext cx="2347200" cy="1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ctrTitle" idx="2"/>
          </p:nvPr>
        </p:nvSpPr>
        <p:spPr>
          <a:xfrm flipH="1">
            <a:off x="8869003" y="2128357"/>
            <a:ext cx="2302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3"/>
          </p:nvPr>
        </p:nvSpPr>
        <p:spPr>
          <a:xfrm flipH="1">
            <a:off x="8921203" y="2931684"/>
            <a:ext cx="2198400" cy="17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ctrTitle" idx="4"/>
          </p:nvPr>
        </p:nvSpPr>
        <p:spPr>
          <a:xfrm flipH="1">
            <a:off x="5494713" y="2128357"/>
            <a:ext cx="2347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5"/>
          </p:nvPr>
        </p:nvSpPr>
        <p:spPr>
          <a:xfrm flipH="1">
            <a:off x="5494713" y="2931684"/>
            <a:ext cx="2347200" cy="1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6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45722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ctrTitle"/>
          </p:nvPr>
        </p:nvSpPr>
        <p:spPr>
          <a:xfrm>
            <a:off x="3013684" y="2455592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1"/>
          </p:nvPr>
        </p:nvSpPr>
        <p:spPr>
          <a:xfrm>
            <a:off x="3015131" y="3035033"/>
            <a:ext cx="3030000" cy="10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ctrTitle" idx="2"/>
          </p:nvPr>
        </p:nvSpPr>
        <p:spPr>
          <a:xfrm>
            <a:off x="7213905" y="2455592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867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3"/>
          </p:nvPr>
        </p:nvSpPr>
        <p:spPr>
          <a:xfrm>
            <a:off x="7215331" y="3035033"/>
            <a:ext cx="2952400" cy="10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 idx="4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17992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3">
  <p:cSld name="Headline 3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ctrTitle"/>
          </p:nvPr>
        </p:nvSpPr>
        <p:spPr>
          <a:xfrm>
            <a:off x="2695480" y="5607400"/>
            <a:ext cx="4503179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subTitle" idx="1"/>
          </p:nvPr>
        </p:nvSpPr>
        <p:spPr>
          <a:xfrm>
            <a:off x="6667527" y="5621071"/>
            <a:ext cx="36504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 idx="2" hasCustomPrompt="1"/>
          </p:nvPr>
        </p:nvSpPr>
        <p:spPr>
          <a:xfrm>
            <a:off x="2695497" y="4809937"/>
            <a:ext cx="23384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500"/>
              <a:buNone/>
              <a:defRPr sz="40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7333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0733364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subTitle" idx="1"/>
          </p:nvPr>
        </p:nvSpPr>
        <p:spPr>
          <a:xfrm flipH="1">
            <a:off x="4368800" y="4927869"/>
            <a:ext cx="34544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title" hasCustomPrompt="1"/>
          </p:nvPr>
        </p:nvSpPr>
        <p:spPr>
          <a:xfrm flipH="1">
            <a:off x="1739000" y="1747331"/>
            <a:ext cx="87140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9333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Font typeface="Fira Sans Extra Condensed Medium"/>
              <a:buNone/>
              <a:defRPr sz="9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313099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subTitle" idx="1"/>
          </p:nvPr>
        </p:nvSpPr>
        <p:spPr>
          <a:xfrm>
            <a:off x="1555033" y="3476161"/>
            <a:ext cx="37212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title" hasCustomPrompt="1"/>
          </p:nvPr>
        </p:nvSpPr>
        <p:spPr>
          <a:xfrm>
            <a:off x="1555033" y="2673357"/>
            <a:ext cx="37212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3"/>
          <p:cNvSpPr txBox="1">
            <a:spLocks noGrp="1"/>
          </p:cNvSpPr>
          <p:nvPr>
            <p:ph type="subTitle" idx="2"/>
          </p:nvPr>
        </p:nvSpPr>
        <p:spPr>
          <a:xfrm>
            <a:off x="7009613" y="2230233"/>
            <a:ext cx="34376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title" idx="3" hasCustomPrompt="1"/>
          </p:nvPr>
        </p:nvSpPr>
        <p:spPr>
          <a:xfrm>
            <a:off x="6586647" y="1420911"/>
            <a:ext cx="42836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>
            <a:spLocks noGrp="1"/>
          </p:cNvSpPr>
          <p:nvPr>
            <p:ph type="subTitle" idx="4"/>
          </p:nvPr>
        </p:nvSpPr>
        <p:spPr>
          <a:xfrm>
            <a:off x="7021443" y="4757420"/>
            <a:ext cx="37212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title" idx="5" hasCustomPrompt="1"/>
          </p:nvPr>
        </p:nvSpPr>
        <p:spPr>
          <a:xfrm>
            <a:off x="6656572" y="3972480"/>
            <a:ext cx="4283600" cy="77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7200"/>
              <a:buFont typeface="Fira Sans Extra Condensed Medium"/>
              <a:buNone/>
              <a:defRPr sz="96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003290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 flipH="1">
            <a:off x="2606067" y="1754201"/>
            <a:ext cx="2200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1"/>
          </p:nvPr>
        </p:nvSpPr>
        <p:spPr>
          <a:xfrm flipH="1">
            <a:off x="2606060" y="4421479"/>
            <a:ext cx="2200400" cy="8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ctrTitle" idx="2"/>
          </p:nvPr>
        </p:nvSpPr>
        <p:spPr>
          <a:xfrm flipH="1">
            <a:off x="5535433" y="1754201"/>
            <a:ext cx="2200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subTitle" idx="3"/>
          </p:nvPr>
        </p:nvSpPr>
        <p:spPr>
          <a:xfrm flipH="1">
            <a:off x="5699233" y="4421479"/>
            <a:ext cx="1872800" cy="8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title" idx="4"/>
          </p:nvPr>
        </p:nvSpPr>
        <p:spPr>
          <a:xfrm rot="-5400000">
            <a:off x="-1364273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ctrTitle" idx="5"/>
          </p:nvPr>
        </p:nvSpPr>
        <p:spPr>
          <a:xfrm flipH="1">
            <a:off x="8464800" y="1754201"/>
            <a:ext cx="2200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Helvetica Neue" panose="02000503000000020004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ubTitle" idx="6"/>
          </p:nvPr>
        </p:nvSpPr>
        <p:spPr>
          <a:xfrm flipH="1">
            <a:off x="8628600" y="4421479"/>
            <a:ext cx="1872800" cy="8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lvetica Neue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82359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chnology design">
  <p:cSld name="Technology design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 flipH="1">
            <a:off x="8592233" y="3879553"/>
            <a:ext cx="2828800" cy="147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latin typeface="Helvetica Neue" panose="02000503000000020004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96946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chnology design 2">
  <p:cSld name="Technology design 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subTitle" idx="1"/>
          </p:nvPr>
        </p:nvSpPr>
        <p:spPr>
          <a:xfrm>
            <a:off x="2486943" y="1890095"/>
            <a:ext cx="2452400" cy="147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>
                <a:latin typeface="Helvetica Neue" panose="02000503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298783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Resource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body" idx="1"/>
          </p:nvPr>
        </p:nvSpPr>
        <p:spPr>
          <a:xfrm>
            <a:off x="2173400" y="801167"/>
            <a:ext cx="4832800" cy="5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SzPts val="1100"/>
              <a:buFont typeface="Lato"/>
              <a:buChar char="●"/>
              <a:defRPr>
                <a:latin typeface="Helvetica Neue" panose="02000503000000020004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2"/>
          </p:nvPr>
        </p:nvSpPr>
        <p:spPr>
          <a:xfrm>
            <a:off x="5691400" y="1364267"/>
            <a:ext cx="5592400" cy="50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Helvetica Neue" panose="02000503000000020004"/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 rot="-5400000">
            <a:off x="-1361868" y="3003400"/>
            <a:ext cx="4876800" cy="8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Helvetica Neue" panose="02000503000000020004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97292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type="blank">
  <p:cSld name="Background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97120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noFill/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5816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line on a black background&#10;&#10;Description automatically generated">
            <a:extLst>
              <a:ext uri="{FF2B5EF4-FFF2-40B4-BE49-F238E27FC236}">
                <a16:creationId xmlns:a16="http://schemas.microsoft.com/office/drawing/2014/main" id="{1E12CE30-B3B1-515E-3C23-D3AE3B88D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9E5919-0E9C-E67D-4A68-75D61ABE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865"/>
            <a:ext cx="5145157" cy="21097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0BBD2-6561-044A-0099-DB83D0F0D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435825"/>
            <a:ext cx="5145157" cy="1590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814823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 on a black background&#10;&#10;Description automatically generated">
            <a:extLst>
              <a:ext uri="{FF2B5EF4-FFF2-40B4-BE49-F238E27FC236}">
                <a16:creationId xmlns:a16="http://schemas.microsoft.com/office/drawing/2014/main" id="{2E3B392B-CEBE-431D-C9DD-59217331EC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5163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arrows&#10;&#10;Description automatically generated">
            <a:extLst>
              <a:ext uri="{FF2B5EF4-FFF2-40B4-BE49-F238E27FC236}">
                <a16:creationId xmlns:a16="http://schemas.microsoft.com/office/drawing/2014/main" id="{64D91FD8-57C8-CAEE-F162-1CDCE04AB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9356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black arrows&#10;&#10;Description automatically generated">
            <a:extLst>
              <a:ext uri="{FF2B5EF4-FFF2-40B4-BE49-F238E27FC236}">
                <a16:creationId xmlns:a16="http://schemas.microsoft.com/office/drawing/2014/main" id="{805616C5-5B1B-5486-6427-0D23898204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168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C0EC54DF-992B-F70C-CB28-62BD8E35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331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50F83C47-8C02-07F9-6CE4-0058D876F1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371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36B4E6B2-1268-670A-4346-619C5CDBA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9880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on a black background&#10;&#10;Description automatically generated">
            <a:extLst>
              <a:ext uri="{FF2B5EF4-FFF2-40B4-BE49-F238E27FC236}">
                <a16:creationId xmlns:a16="http://schemas.microsoft.com/office/drawing/2014/main" id="{36B4E6B2-1268-670A-4346-619C5CDBA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936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black and green objects&#10;&#10;Description automatically generated">
            <a:extLst>
              <a:ext uri="{FF2B5EF4-FFF2-40B4-BE49-F238E27FC236}">
                <a16:creationId xmlns:a16="http://schemas.microsoft.com/office/drawing/2014/main" id="{99B78D4F-7863-CD5A-F814-57A3EB9ADB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9851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black and green objects&#10;&#10;Description automatically generated">
            <a:extLst>
              <a:ext uri="{FF2B5EF4-FFF2-40B4-BE49-F238E27FC236}">
                <a16:creationId xmlns:a16="http://schemas.microsoft.com/office/drawing/2014/main" id="{1D8004F1-2935-35DD-361A-262443C6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7227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lines&#10;&#10;Description automatically generated">
            <a:extLst>
              <a:ext uri="{FF2B5EF4-FFF2-40B4-BE49-F238E27FC236}">
                <a16:creationId xmlns:a16="http://schemas.microsoft.com/office/drawing/2014/main" id="{43C800D1-BB07-B8D3-6426-B2120DD72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2622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background with lines&#10;&#10;Description automatically generated">
            <a:extLst>
              <a:ext uri="{FF2B5EF4-FFF2-40B4-BE49-F238E27FC236}">
                <a16:creationId xmlns:a16="http://schemas.microsoft.com/office/drawing/2014/main" id="{43C800D1-BB07-B8D3-6426-B2120DD72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9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5875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object with a green border&#10;&#10;Description automatically generated">
            <a:extLst>
              <a:ext uri="{FF2B5EF4-FFF2-40B4-BE49-F238E27FC236}">
                <a16:creationId xmlns:a16="http://schemas.microsoft.com/office/drawing/2014/main" id="{3995854A-00EF-83A2-9A0C-2C524F206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464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green object with a green border&#10;&#10;Description automatically generated">
            <a:extLst>
              <a:ext uri="{FF2B5EF4-FFF2-40B4-BE49-F238E27FC236}">
                <a16:creationId xmlns:a16="http://schemas.microsoft.com/office/drawing/2014/main" id="{3995854A-00EF-83A2-9A0C-2C524F206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3742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few lines&#10;&#10;Description automatically generated">
            <a:extLst>
              <a:ext uri="{FF2B5EF4-FFF2-40B4-BE49-F238E27FC236}">
                <a16:creationId xmlns:a16="http://schemas.microsoft.com/office/drawing/2014/main" id="{DFE74F3B-12DC-5992-A02C-8F6B9FDFE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2394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few lines&#10;&#10;Description automatically generated">
            <a:extLst>
              <a:ext uri="{FF2B5EF4-FFF2-40B4-BE49-F238E27FC236}">
                <a16:creationId xmlns:a16="http://schemas.microsoft.com/office/drawing/2014/main" id="{DFE74F3B-12DC-5992-A02C-8F6B9FDFE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2709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6456E672-1660-51D0-A79F-4B70BE4B7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215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6456E672-1660-51D0-A79F-4B70BE4B7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4123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&#10;&#10;Description automatically generated">
            <a:extLst>
              <a:ext uri="{FF2B5EF4-FFF2-40B4-BE49-F238E27FC236}">
                <a16:creationId xmlns:a16="http://schemas.microsoft.com/office/drawing/2014/main" id="{0FCEEBFD-36AB-21E0-A138-C8E8CCD4D1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A16B06-3357-5408-DB92-91BE1FBCE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263"/>
            <a:ext cx="10515600" cy="1692275"/>
          </a:xfr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pic>
        <p:nvPicPr>
          <p:cNvPr id="9" name="Picture 8" descr="A green text with black background&#10;&#10;Description automatically generated">
            <a:extLst>
              <a:ext uri="{FF2B5EF4-FFF2-40B4-BE49-F238E27FC236}">
                <a16:creationId xmlns:a16="http://schemas.microsoft.com/office/drawing/2014/main" id="{9023CFB7-08AF-8E1B-1902-AA43A69448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33330" y="1501558"/>
            <a:ext cx="3995143" cy="123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6747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background&#10;&#10;Description automatically generated">
            <a:extLst>
              <a:ext uri="{FF2B5EF4-FFF2-40B4-BE49-F238E27FC236}">
                <a16:creationId xmlns:a16="http://schemas.microsoft.com/office/drawing/2014/main" id="{BBD41B3C-240B-8192-D7DF-A057F5E27F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"/>
            <a:ext cx="12191999" cy="6857999"/>
          </a:xfrm>
          <a:prstGeom prst="rect">
            <a:avLst/>
          </a:prstGeom>
        </p:spPr>
      </p:pic>
      <p:pic>
        <p:nvPicPr>
          <p:cNvPr id="7" name="Picture 6" descr="A green text with black background&#10;&#10;Description automatically generated">
            <a:extLst>
              <a:ext uri="{FF2B5EF4-FFF2-40B4-BE49-F238E27FC236}">
                <a16:creationId xmlns:a16="http://schemas.microsoft.com/office/drawing/2014/main" id="{82B777C0-606F-53E6-0AF1-E5EF5CCA6F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0" y="2700718"/>
            <a:ext cx="6096000" cy="188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0573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3385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green background with lines&#10;&#10;Description automatically generated">
            <a:extLst>
              <a:ext uri="{FF2B5EF4-FFF2-40B4-BE49-F238E27FC236}">
                <a16:creationId xmlns:a16="http://schemas.microsoft.com/office/drawing/2014/main" id="{C951F52A-C205-6D44-4920-0E0C92687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9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0081A-8F8B-7C5B-9F6B-BA8F48BC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26" y="366188"/>
            <a:ext cx="10694151" cy="1325035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58B6EA9-F9D2-A10D-6537-A846958182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01954" y="3086983"/>
            <a:ext cx="1892055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18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C00D9AC-C475-19EB-05D4-57D0681320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01954" y="4270071"/>
            <a:ext cx="1892055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F193726-6CF3-8AD8-6DFB-DDC126752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1954" y="5453157"/>
            <a:ext cx="1892055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C51D294-6EFA-1D57-6CEF-72B175D15B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8555" y="1980405"/>
            <a:ext cx="6596387" cy="431879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9E4056F-0319-2604-A2A3-0B2E97F1E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1022" y="3085319"/>
            <a:ext cx="1892055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1791A91-1854-EC57-1A45-8DE58AE52A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51022" y="4270071"/>
            <a:ext cx="1892055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4925561-BEB2-C011-F2C6-997F5A4C30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51022" y="5451493"/>
            <a:ext cx="1892055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16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68DEBA2-B783-A6FF-E3D4-A83C7B62FA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01956" y="1983302"/>
            <a:ext cx="3941121" cy="846044"/>
          </a:xfrm>
        </p:spPr>
        <p:txBody>
          <a:bodyPr anchor="ctr">
            <a:noAutofit/>
          </a:bodyPr>
          <a:lstStyle>
            <a:lvl1pPr marL="28222" algn="ctr" defTabSz="1738227" eaLnBrk="0" fontAlgn="base" hangingPunct="0">
              <a:spcBef>
                <a:spcPts val="4267"/>
              </a:spcBef>
              <a:spcAft>
                <a:spcPts val="4267"/>
              </a:spcAft>
              <a:buClrTx/>
              <a:defRPr sz="2000" b="0" i="0">
                <a:solidFill>
                  <a:schemeClr val="bg1"/>
                </a:solidFill>
                <a:latin typeface="Cerebri Sans Pro" pitchFamily="2" charset="77"/>
              </a:defRPr>
            </a:lvl1pPr>
          </a:lstStyle>
          <a:p>
            <a:pPr marL="21167" algn="ctr" defTabSz="1303703" eaLnBrk="0" fontAlgn="base" hangingPunct="0">
              <a:spcBef>
                <a:spcPts val="3200"/>
              </a:spcBef>
              <a:spcAft>
                <a:spcPts val="3200"/>
              </a:spcAft>
              <a:buClrTx/>
              <a:defRPr/>
            </a:pPr>
            <a:r>
              <a:rPr lang="en-US" sz="2000" b="1" kern="1200">
                <a:solidFill>
                  <a:schemeClr val="bg1"/>
                </a:solidFill>
                <a:latin typeface="Cerebri Sans Pro"/>
              </a:rPr>
              <a:t>Lorem ipsum dolor sit </a:t>
            </a:r>
            <a:r>
              <a:rPr lang="en-US" sz="2000" b="1" kern="1200" err="1">
                <a:solidFill>
                  <a:schemeClr val="bg1"/>
                </a:solidFill>
                <a:latin typeface="Cerebri Sans Pro"/>
              </a:rPr>
              <a:t>amet</a:t>
            </a:r>
            <a:endParaRPr lang="en-US" sz="2000" b="1" kern="1200">
              <a:solidFill>
                <a:schemeClr val="bg1"/>
              </a:solidFill>
              <a:latin typeface="Cerebri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1651209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black background&#10;&#10;Description automatically generated">
            <a:extLst>
              <a:ext uri="{FF2B5EF4-FFF2-40B4-BE49-F238E27FC236}">
                <a16:creationId xmlns:a16="http://schemas.microsoft.com/office/drawing/2014/main" id="{3D65C53F-FBB9-812A-BB37-557ACF77D3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5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0081A-8F8B-7C5B-9F6B-BA8F48BC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26" y="366189"/>
            <a:ext cx="10694151" cy="954612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AF0717-15DC-089A-0D9E-E97C8F325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557" y="1761202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224718F-2133-9272-961F-F299B3A5F2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555" y="2946534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8E4645-BB16-A852-A625-61EAEDF8B7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1085" y="1761202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E51EC2A-20C6-FEE8-40BB-CECC351AA6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1083" y="2946534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8067927-033E-5411-746C-E008BDBE0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557" y="4267334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D2534E5-1ADE-7608-76C4-EA5FC41DB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8555" y="5452667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F4B6B1A-2401-E380-DD64-9C4D9AFC57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1085" y="4267334"/>
            <a:ext cx="3010889" cy="964935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Headline </a:t>
            </a:r>
            <a:r>
              <a:rPr lang="en-US" err="1"/>
              <a:t>Headline</a:t>
            </a:r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4585521-C6FE-CBD0-A79F-E6E08CC8C6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1083" y="5452667"/>
            <a:ext cx="4631992" cy="964935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. Aenean </a:t>
            </a:r>
            <a:r>
              <a:rPr lang="en-US" err="1"/>
              <a:t>imperdiet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 vel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Cura</a:t>
            </a:r>
            <a:r>
              <a:rPr lang="en-US"/>
              <a:t> </a:t>
            </a:r>
            <a:r>
              <a:rPr lang="en-US" err="1"/>
              <a:t>bitur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nisi. </a:t>
            </a:r>
          </a:p>
        </p:txBody>
      </p:sp>
    </p:spTree>
    <p:extLst>
      <p:ext uri="{BB962C8B-B14F-4D97-AF65-F5344CB8AC3E}">
        <p14:creationId xmlns:p14="http://schemas.microsoft.com/office/powerpoint/2010/main" val="39721631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78008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bg>
      <p:bgPr>
        <a:gradFill>
          <a:gsLst>
            <a:gs pos="0">
              <a:schemeClr val="accent3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>
            <a:off x="4" y="34"/>
            <a:ext cx="8578685" cy="6857873"/>
          </a:xfrm>
          <a:custGeom>
            <a:avLst/>
            <a:gdLst/>
            <a:ahLst/>
            <a:cxnLst/>
            <a:rect l="l" t="t" r="r" b="b"/>
            <a:pathLst>
              <a:path w="130514" h="104334" extrusionOk="0">
                <a:moveTo>
                  <a:pt x="100994" y="0"/>
                </a:moveTo>
                <a:cubicBezTo>
                  <a:pt x="100994" y="0"/>
                  <a:pt x="86231" y="3585"/>
                  <a:pt x="91811" y="31162"/>
                </a:cubicBezTo>
                <a:cubicBezTo>
                  <a:pt x="96364" y="53637"/>
                  <a:pt x="94006" y="81607"/>
                  <a:pt x="66172" y="81607"/>
                </a:cubicBezTo>
                <a:cubicBezTo>
                  <a:pt x="65925" y="81607"/>
                  <a:pt x="65676" y="81604"/>
                  <a:pt x="65425" y="81600"/>
                </a:cubicBezTo>
                <a:cubicBezTo>
                  <a:pt x="55492" y="81425"/>
                  <a:pt x="44349" y="76049"/>
                  <a:pt x="33001" y="76049"/>
                </a:cubicBezTo>
                <a:cubicBezTo>
                  <a:pt x="27645" y="76049"/>
                  <a:pt x="22243" y="77246"/>
                  <a:pt x="16902" y="80753"/>
                </a:cubicBezTo>
                <a:cubicBezTo>
                  <a:pt x="2879" y="89963"/>
                  <a:pt x="1" y="104334"/>
                  <a:pt x="1" y="104334"/>
                </a:cubicBezTo>
                <a:lnTo>
                  <a:pt x="130513" y="104334"/>
                </a:lnTo>
                <a:lnTo>
                  <a:pt x="13051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4"/>
          <p:cNvSpPr/>
          <p:nvPr/>
        </p:nvSpPr>
        <p:spPr>
          <a:xfrm flipH="1">
            <a:off x="4197239" y="5423"/>
            <a:ext cx="7994740" cy="5946331"/>
          </a:xfrm>
          <a:custGeom>
            <a:avLst/>
            <a:gdLst/>
            <a:ahLst/>
            <a:cxnLst/>
            <a:rect l="l" t="t" r="r" b="b"/>
            <a:pathLst>
              <a:path w="121630" h="90466" extrusionOk="0">
                <a:moveTo>
                  <a:pt x="1" y="1"/>
                </a:moveTo>
                <a:lnTo>
                  <a:pt x="1" y="89520"/>
                </a:lnTo>
                <a:cubicBezTo>
                  <a:pt x="2415" y="90107"/>
                  <a:pt x="5391" y="90466"/>
                  <a:pt x="8641" y="90466"/>
                </a:cubicBezTo>
                <a:cubicBezTo>
                  <a:pt x="21536" y="90466"/>
                  <a:pt x="38723" y="84819"/>
                  <a:pt x="42056" y="65440"/>
                </a:cubicBezTo>
                <a:cubicBezTo>
                  <a:pt x="45105" y="47715"/>
                  <a:pt x="48968" y="43796"/>
                  <a:pt x="57073" y="43796"/>
                </a:cubicBezTo>
                <a:cubicBezTo>
                  <a:pt x="63200" y="43796"/>
                  <a:pt x="71751" y="46035"/>
                  <a:pt x="84206" y="46243"/>
                </a:cubicBezTo>
                <a:cubicBezTo>
                  <a:pt x="84456" y="46247"/>
                  <a:pt x="84703" y="46249"/>
                  <a:pt x="84948" y="46249"/>
                </a:cubicBezTo>
                <a:cubicBezTo>
                  <a:pt x="121629" y="46249"/>
                  <a:pt x="111539" y="1"/>
                  <a:pt x="111539" y="1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/>
          <p:nvPr/>
        </p:nvSpPr>
        <p:spPr>
          <a:xfrm flipH="1">
            <a:off x="5175910" y="34"/>
            <a:ext cx="7016085" cy="4096623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9084F14-F93E-4FFA-B68F-DF28AC1FC5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083" y="368815"/>
            <a:ext cx="387517" cy="2627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6EA55A-964D-4474-9436-D320CCDBE00C}"/>
              </a:ext>
            </a:extLst>
          </p:cNvPr>
          <p:cNvSpPr/>
          <p:nvPr userDrawn="1"/>
        </p:nvSpPr>
        <p:spPr>
          <a:xfrm>
            <a:off x="-12" y="906248"/>
            <a:ext cx="12191991" cy="5951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62000" y="118413"/>
            <a:ext cx="10268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400">
                <a:solidFill>
                  <a:schemeClr val="accent1"/>
                </a:solidFill>
                <a:latin typeface="Helvetica Neue" panose="0200050300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62000" y="2141508"/>
            <a:ext cx="10268000" cy="455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bel"/>
              <a:buChar char="●"/>
              <a:defRPr sz="1600">
                <a:solidFill>
                  <a:sysClr val="windowText" lastClr="000000"/>
                </a:solidFill>
                <a:latin typeface="Helvetica Neue" panose="02000503000000020004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Arial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314847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F87440-D936-A6FE-F495-3ADC97E75B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18C3FF-93C7-1C86-DC3C-DED5BD31B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26" y="2165351"/>
            <a:ext cx="6753225" cy="2168525"/>
          </a:xfrm>
        </p:spPr>
        <p:txBody>
          <a:bodyPr>
            <a:noAutofit/>
          </a:bodyPr>
          <a:lstStyle>
            <a:lvl1pPr algn="l">
              <a:defRPr sz="6000">
                <a:latin typeface="+mj-lt"/>
              </a:defRPr>
            </a:lvl1pPr>
          </a:lstStyle>
          <a:p>
            <a:r>
              <a:rPr lang="en-US"/>
              <a:t>Presentation Title Goes Here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FEDA7-0D47-EC06-C359-0CE25290A9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3925" y="4924424"/>
            <a:ext cx="3581400" cy="695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Subhead </a:t>
            </a:r>
            <a:r>
              <a:rPr lang="en-US" err="1"/>
              <a:t>Subhead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277414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o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9D987-2498-F5C0-7690-B93BBD03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C614-1B85-1D40-BC92-F90704E27A84}" type="datetime1">
              <a:rPr lang="en-PH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50151-FB4D-F7A7-41BC-75DB8C81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51BBB-A304-1094-B134-B58B8B81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E026-CEF0-9645-BFED-238E3965D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0681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 4">
    <p:bg>
      <p:bgPr>
        <a:gradFill flip="none" rotWithShape="1">
          <a:gsLst>
            <a:gs pos="40000">
              <a:schemeClr val="tx1">
                <a:lumMod val="85000"/>
                <a:lumOff val="15000"/>
              </a:schemeClr>
            </a:gs>
            <a:gs pos="0">
              <a:schemeClr val="tx1">
                <a:lumMod val="95000"/>
                <a:lumOff val="5000"/>
              </a:schemeClr>
            </a:gs>
            <a:gs pos="100000">
              <a:schemeClr val="tx1"/>
            </a:gs>
          </a:gsLst>
          <a:lin ang="6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3A53DC-F508-4F7C-BAB0-BC2ACA79C5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3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16" t="545" r="35664" b="49862"/>
          <a:stretch/>
        </p:blipFill>
        <p:spPr>
          <a:xfrm>
            <a:off x="0" y="2"/>
            <a:ext cx="12192000" cy="68579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4687DE-366D-1F25-C5C6-08358CF996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451" y="3762830"/>
            <a:ext cx="6248400" cy="1654175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PH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FA049C2-DF80-3361-9A26-1BB05E44D9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451" y="5680528"/>
            <a:ext cx="3581400" cy="6953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 </a:t>
            </a:r>
            <a:r>
              <a:rPr lang="en-US" err="1"/>
              <a:t>Subhead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500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67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theme" Target="../theme/theme4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5.xml"/><Relationship Id="rId26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98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5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7.xml"/><Relationship Id="rId29" Type="http://schemas.openxmlformats.org/officeDocument/2006/relationships/theme" Target="../theme/theme5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100.xml"/><Relationship Id="rId28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6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99.xml"/><Relationship Id="rId27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2AEC8-3537-8CFF-D18E-6D9154F1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4C210-4A12-DF36-EE0D-59391527D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22B2-E6BF-F397-6D52-A8262DE11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erebri Sans Pro" pitchFamily="50" charset="0"/>
              </a:defRPr>
            </a:lvl1pPr>
          </a:lstStyle>
          <a:p>
            <a:fld id="{632F6971-C5AB-4032-AC1C-B4DD7FF1FE0E}" type="datetimeFigureOut">
              <a:rPr lang="en-PH" smtClean="0"/>
              <a:pPr/>
              <a:t>10/8/26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339BC-5B91-BFD3-628D-4A57F9BD2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rebri Sans Pro" pitchFamily="50" charset="0"/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BD637-75C9-E971-2E40-57E5FEF88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erebri Sans Pro" pitchFamily="50" charset="0"/>
              </a:defRPr>
            </a:lvl1pPr>
          </a:lstStyle>
          <a:p>
            <a:fld id="{77312810-34F4-4252-9BC2-B74C5E12ED94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664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67" r:id="rId2"/>
    <p:sldLayoutId id="2147483687" r:id="rId3"/>
    <p:sldLayoutId id="2147483698" r:id="rId4"/>
    <p:sldLayoutId id="2147483688" r:id="rId5"/>
    <p:sldLayoutId id="2147483696" r:id="rId6"/>
    <p:sldLayoutId id="2147483771" r:id="rId7"/>
    <p:sldLayoutId id="2147483770" r:id="rId8"/>
    <p:sldLayoutId id="2147483689" r:id="rId9"/>
    <p:sldLayoutId id="2147483694" r:id="rId10"/>
    <p:sldLayoutId id="2147483690" r:id="rId11"/>
    <p:sldLayoutId id="2147483772" r:id="rId12"/>
    <p:sldLayoutId id="2147483691" r:id="rId13"/>
    <p:sldLayoutId id="2147483773" r:id="rId14"/>
    <p:sldLayoutId id="2147483697" r:id="rId15"/>
    <p:sldLayoutId id="2147483782" r:id="rId16"/>
    <p:sldLayoutId id="2147483693" r:id="rId17"/>
    <p:sldLayoutId id="2147483774" r:id="rId18"/>
    <p:sldLayoutId id="2147483768" r:id="rId19"/>
    <p:sldLayoutId id="2147483769" r:id="rId20"/>
    <p:sldLayoutId id="2147483765" r:id="rId21"/>
    <p:sldLayoutId id="2147483780" r:id="rId22"/>
    <p:sldLayoutId id="2147483781" r:id="rId23"/>
    <p:sldLayoutId id="21474837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Cerebri Sans Pro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B0D96-39B3-AF70-BF36-77F44352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C678A-519D-A2B4-DE52-C7DE4FEBF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600C0-BF72-686C-D8BD-2F86FA5CC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7BA02-CA64-B849-AE96-0C758D4D5C1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0AFCE-A3A4-8878-1CBD-BC17EEC94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61E0-8BBD-FE94-E18D-0DC479853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1CFDC-9EFA-8848-A126-E6582D6B4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Josefin Sans"/>
              <a:buNone/>
              <a:defRPr sz="28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uli"/>
              <a:buChar char="●"/>
              <a:defRPr sz="1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○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■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●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○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■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●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"/>
              <a:buChar char="○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uli"/>
              <a:buChar char="■"/>
              <a:defRPr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57025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Helvetica Neue" panose="02000503000000020004"/>
          <a:ea typeface="Helvetica Neue" panose="02000503000000020004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Helvetica Neue" panose="02000503000000020004"/>
          <a:ea typeface="Helvetica Neue" panose="02000503000000020004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94333" y="474200"/>
            <a:ext cx="8367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arela Round"/>
              <a:buNone/>
              <a:defRPr sz="28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ighteous"/>
              <a:buNone/>
              <a:defRPr sz="28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r>
              <a:rPr lang="en-PH"/>
              <a:t>Header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●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○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■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●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○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■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●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 Regular"/>
              <a:buChar char="○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Font typeface="Work Sans Regular"/>
              <a:buChar char="■"/>
              <a:defRPr sz="1200">
                <a:solidFill>
                  <a:schemeClr val="accent1"/>
                </a:solidFill>
                <a:latin typeface="Work Sans Regular"/>
                <a:ea typeface="Work Sans Regular"/>
                <a:cs typeface="Work Sans Regular"/>
                <a:sym typeface="Work Sans Regula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7218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  <p:sldLayoutId id="2147483828" r:id="rId20"/>
    <p:sldLayoutId id="2147483829" r:id="rId21"/>
    <p:sldLayoutId id="2147483830" r:id="rId22"/>
    <p:sldLayoutId id="2147483831" r:id="rId23"/>
    <p:sldLayoutId id="2147483832" r:id="rId24"/>
    <p:sldLayoutId id="2147483833" r:id="rId25"/>
    <p:sldLayoutId id="2147483834" r:id="rId26"/>
    <p:sldLayoutId id="2147483835" r:id="rId27"/>
    <p:sldLayoutId id="2147483836" r:id="rId28"/>
    <p:sldLayoutId id="2147483837" r:id="rId29"/>
    <p:sldLayoutId id="2147483838" r:id="rId30"/>
    <p:sldLayoutId id="214748383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Helvetica Neue" panose="02000503000000020004"/>
          <a:ea typeface="Helvetica Neue" panose="02000503000000020004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Helvetica Neue" panose="02000503000000020004"/>
          <a:ea typeface="Helvetica Neue" panose="02000503000000020004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2AEC8-3537-8CFF-D18E-6D9154F1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4C210-4A12-DF36-EE0D-59391527D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22B2-E6BF-F397-6D52-A8262DE11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erebri Sans Pro" pitchFamily="50" charset="0"/>
              </a:defRPr>
            </a:lvl1pPr>
          </a:lstStyle>
          <a:p>
            <a:fld id="{632F6971-C5AB-4032-AC1C-B4DD7FF1FE0E}" type="datetimeFigureOut">
              <a:rPr lang="en-PH" smtClean="0"/>
              <a:pPr/>
              <a:t>10/8/26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339BC-5B91-BFD3-628D-4A57F9BD2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rebri Sans Pro" pitchFamily="50" charset="0"/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BD637-75C9-E971-2E40-57E5FEF88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erebri Sans Pro" pitchFamily="50" charset="0"/>
              </a:defRPr>
            </a:lvl1pPr>
          </a:lstStyle>
          <a:p>
            <a:fld id="{77312810-34F4-4252-9BC2-B74C5E12ED94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255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860" r:id="rId20"/>
    <p:sldLayoutId id="2147483861" r:id="rId21"/>
    <p:sldLayoutId id="2147483862" r:id="rId22"/>
    <p:sldLayoutId id="2147483863" r:id="rId23"/>
    <p:sldLayoutId id="2147483864" r:id="rId24"/>
    <p:sldLayoutId id="2147483865" r:id="rId25"/>
    <p:sldLayoutId id="2147483866" r:id="rId26"/>
    <p:sldLayoutId id="2147483867" r:id="rId27"/>
    <p:sldLayoutId id="2147483868" r:id="rId28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Cerebri Sans Pro" pitchFamily="50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erebri Sans Pro" pitchFamily="50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y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52777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7320" y="10972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/>
              </a:rPr>
              <a:t>Maya KRI </a:t>
            </a:r>
            <a:r>
              <a:rPr sz="2800" b="1" dirty="0">
                <a:solidFill>
                  <a:srgbClr val="2FF29E"/>
                </a:solidFill>
                <a:latin typeface="Calibri"/>
              </a:rPr>
              <a:t>Feature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BFBF"/>
                </a:solidFill>
                <a:latin typeface="Calibri"/>
              </a:rPr>
              <a:t>Databricks App for monthly KRI collection, department-scoped maker-checker approval, and RCO program oversight — replacing the manual Excel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70432"/>
            <a:ext cx="2254910" cy="960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00B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43584"/>
            <a:ext cx="2236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F29E"/>
                </a:solidFill>
                <a:latin typeface="Calibri"/>
              </a:rPr>
              <a:t>Central KRI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2035454" cy="47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One source of truth, replacing the Excel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0670" y="1170432"/>
            <a:ext cx="2254910" cy="960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00B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30398" y="1243584"/>
            <a:ext cx="2236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F29E"/>
                </a:solidFill>
                <a:latin typeface="Calibri"/>
              </a:rPr>
              <a:t>Auto-Computed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0397" y="1536192"/>
            <a:ext cx="2145181" cy="47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Status derived from thresholds, not picked by hand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7020" y="1170432"/>
            <a:ext cx="2254910" cy="960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00B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6748" y="1243584"/>
            <a:ext cx="2236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F29E"/>
                </a:solidFill>
                <a:latin typeface="Calibri"/>
              </a:rPr>
              <a:t>Maker–Checker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6748" y="1536192"/>
            <a:ext cx="2035454" cy="47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 dirty="0">
                <a:solidFill>
                  <a:srgbClr val="FFFFFF"/>
                </a:solidFill>
                <a:latin typeface="Calibri"/>
              </a:rPr>
              <a:t>Built-in approval with required rejection reasons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3371" y="1170432"/>
            <a:ext cx="2254910" cy="960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00B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3099" y="1243584"/>
            <a:ext cx="2236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F29E"/>
                </a:solidFill>
                <a:latin typeface="Calibri"/>
              </a:rPr>
              <a:t>Dept-Scoped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3099" y="1536192"/>
            <a:ext cx="2035454" cy="47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Makers &amp; Checkers see only their own department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59721" y="1170432"/>
            <a:ext cx="2254910" cy="9601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00B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69449" y="1243584"/>
            <a:ext cx="22366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F29E"/>
                </a:solidFill>
                <a:latin typeface="Calibri"/>
              </a:rPr>
              <a:t>Full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9449" y="1536192"/>
            <a:ext cx="2035454" cy="472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change and decision logged, who/what/when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BFBF"/>
                </a:solidFill>
                <a:latin typeface="Calibri"/>
              </a:rPr>
              <a:t>FEATURES BY ROLE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615184"/>
            <a:ext cx="3788664" cy="38404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69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8912" y="2779776"/>
            <a:ext cx="3459480" cy="329184"/>
          </a:xfrm>
          <a:prstGeom prst="roundRect">
            <a:avLst>
              <a:gd name="adj" fmla="val 50000"/>
            </a:avLst>
          </a:prstGeom>
          <a:solidFill>
            <a:srgbClr val="69D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Calibri"/>
              </a:rPr>
              <a:t>MAKER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182112"/>
            <a:ext cx="3459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BFBFBF"/>
                </a:solidFill>
                <a:latin typeface="Calibri"/>
              </a:rPr>
              <a:t>Department POC — Submit / Edit KRI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666744"/>
            <a:ext cx="345948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Submit monthly KRI values for your own department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RAG status auto-computes from thresholds as you type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Edit freely while a submission is pending review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See the Checker's rejection reason and resubmit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Track your submissions, approvals &amp; rejections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0144" y="2615184"/>
            <a:ext cx="3788664" cy="38404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F16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64736" y="2779776"/>
            <a:ext cx="3459480" cy="329184"/>
          </a:xfrm>
          <a:prstGeom prst="roundRect">
            <a:avLst>
              <a:gd name="adj" fmla="val 50000"/>
            </a:avLst>
          </a:prstGeom>
          <a:solidFill>
            <a:srgbClr val="F16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CHECKER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4736" y="3182112"/>
            <a:ext cx="3459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FBFBF"/>
                </a:solidFill>
                <a:latin typeface="Calibri"/>
              </a:rPr>
              <a:t>Dept Head / Line Manager — Review Submitted KRIs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4736" y="3666744"/>
            <a:ext cx="345948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FF29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Approve or reject pending submissions, own department only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FF29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A reason is required on every rejection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FF29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Cannot edit the Maker's value — review only, by design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FF29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Full approval &amp; rejection history for audit evidence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FF29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No access to KRI catalog definitions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5968" y="2615184"/>
            <a:ext cx="3788664" cy="38404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12700">
            <a:solidFill>
              <a:srgbClr val="2FF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90560" y="2779776"/>
            <a:ext cx="3459480" cy="329184"/>
          </a:xfrm>
          <a:prstGeom prst="roundRect">
            <a:avLst>
              <a:gd name="adj" fmla="val 50000"/>
            </a:avLst>
          </a:prstGeom>
          <a:solidFill>
            <a:srgbClr val="2FF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Calibri"/>
              </a:rPr>
              <a:t>ADMIN / RCO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0560" y="3182112"/>
            <a:ext cx="3459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FBFBF"/>
                </a:solidFill>
                <a:latin typeface="Calibri"/>
              </a:rPr>
              <a:t>Program Owner — full oversight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0560" y="3666744"/>
            <a:ext cx="345948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2FF29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Define &amp; maintain the KRI catalog, thresholds, taxonomy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Manage roles, departments &amp; access (User Role Manager)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RCO dashboard: trending Amber, persistent Red, missing KRIs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Program-wide review queue across every department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2FF29E"/>
                </a:solidFill>
                <a:latin typeface="Calibri"/>
              </a:rPr>
              <a:t>•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Correction rights, even on already-approved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BFBF"/>
                </a:solidFill>
                <a:latin typeface="Calibri"/>
              </a:rPr>
              <a:t>Source: Maya KRI PRD (Confluence D2E) · github.com/margerome13/kri-dbx-app · margerome13.github.io/kri-dbx-app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Maya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2FF29E"/>
      </a:accent1>
      <a:accent2>
        <a:srgbClr val="00B464"/>
      </a:accent2>
      <a:accent3>
        <a:srgbClr val="4929AA"/>
      </a:accent3>
      <a:accent4>
        <a:srgbClr val="1F155F"/>
      </a:accent4>
      <a:accent5>
        <a:srgbClr val="69D8C5"/>
      </a:accent5>
      <a:accent6>
        <a:srgbClr val="F16C59"/>
      </a:accent6>
      <a:hlink>
        <a:srgbClr val="0563C1"/>
      </a:hlink>
      <a:folHlink>
        <a:srgbClr val="954F72"/>
      </a:folHlink>
    </a:clrScheme>
    <a:fontScheme name="Cerebri">
      <a:majorFont>
        <a:latin typeface="Cerebri Sans Pro"/>
        <a:ea typeface=""/>
        <a:cs typeface=""/>
      </a:majorFont>
      <a:minorFont>
        <a:latin typeface="Cerebri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Professional Company Report by Slidesgo">
  <a:themeElements>
    <a:clrScheme name="Custom 7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2FF29E"/>
      </a:accent1>
      <a:accent2>
        <a:srgbClr val="00B464"/>
      </a:accent2>
      <a:accent3>
        <a:srgbClr val="4929AA"/>
      </a:accent3>
      <a:accent4>
        <a:srgbClr val="1F155F"/>
      </a:accent4>
      <a:accent5>
        <a:srgbClr val="69D8C5"/>
      </a:accent5>
      <a:accent6>
        <a:srgbClr val="F16C5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eon Cyber Monday by Slidesgo">
  <a:themeElements>
    <a:clrScheme name="Maya 2.0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2FF29E"/>
      </a:accent1>
      <a:accent2>
        <a:srgbClr val="00B464"/>
      </a:accent2>
      <a:accent3>
        <a:srgbClr val="4929AA"/>
      </a:accent3>
      <a:accent4>
        <a:srgbClr val="1F155F"/>
      </a:accent4>
      <a:accent5>
        <a:srgbClr val="69D8C5"/>
      </a:accent5>
      <a:accent6>
        <a:srgbClr val="F16C5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Custom Design">
  <a:themeElements>
    <a:clrScheme name="Maya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2FF29E"/>
      </a:accent1>
      <a:accent2>
        <a:srgbClr val="00B464"/>
      </a:accent2>
      <a:accent3>
        <a:srgbClr val="4929AA"/>
      </a:accent3>
      <a:accent4>
        <a:srgbClr val="1F155F"/>
      </a:accent4>
      <a:accent5>
        <a:srgbClr val="69D8C5"/>
      </a:accent5>
      <a:accent6>
        <a:srgbClr val="F16C59"/>
      </a:accent6>
      <a:hlink>
        <a:srgbClr val="0563C1"/>
      </a:hlink>
      <a:folHlink>
        <a:srgbClr val="954F72"/>
      </a:folHlink>
    </a:clrScheme>
    <a:fontScheme name="Cerebri">
      <a:majorFont>
        <a:latin typeface="Cerebri Sans Pro"/>
        <a:ea typeface=""/>
        <a:cs typeface=""/>
      </a:majorFont>
      <a:minorFont>
        <a:latin typeface="Cerebri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154415E0131439DE6CE68B89CAFE7" ma:contentTypeVersion="20" ma:contentTypeDescription="Create a new document." ma:contentTypeScope="" ma:versionID="db668e143064c80989f11a666c4f9e2d">
  <xsd:schema xmlns:xsd="http://www.w3.org/2001/XMLSchema" xmlns:xs="http://www.w3.org/2001/XMLSchema" xmlns:p="http://schemas.microsoft.com/office/2006/metadata/properties" xmlns:ns2="b5154d2e-482c-4d97-882f-f42fe39096b9" xmlns:ns3="225999c0-e039-4cd4-8eb7-90d0229731ff" targetNamespace="http://schemas.microsoft.com/office/2006/metadata/properties" ma:root="true" ma:fieldsID="3211628b8a0d02e275a43ba0ddda927c" ns2:_="" ns3:_="">
    <xsd:import namespace="b5154d2e-482c-4d97-882f-f42fe39096b9"/>
    <xsd:import namespace="225999c0-e039-4cd4-8eb7-90d0229731ff"/>
    <xsd:element name="properties">
      <xsd:complexType>
        <xsd:sequence>
          <xsd:element name="documentManagement">
            <xsd:complexType>
              <xsd:all>
                <xsd:element ref="ns2:Description" minOccurs="0"/>
                <xsd:element ref="ns2:IntendedUse" minOccurs="0"/>
                <xsd:element ref="ns2:IntendedUsers" minOccurs="0"/>
                <xsd:element ref="ns2:DirectionforUser" minOccurs="0"/>
                <xsd:element ref="ns2:DirectionforUse" minOccurs="0"/>
                <xsd:element ref="ns2:ApprovedUser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54d2e-482c-4d97-882f-f42fe39096b9" elementFormDefault="qualified">
    <xsd:import namespace="http://schemas.microsoft.com/office/2006/documentManagement/types"/>
    <xsd:import namespace="http://schemas.microsoft.com/office/infopath/2007/PartnerControls"/>
    <xsd:element name="Description" ma:index="8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IntendedUse" ma:index="9" nillable="true" ma:displayName="Intended Use" ma:description="Download before use." ma:format="Dropdown" ma:internalName="IntendedUse">
      <xsd:simpleType>
        <xsd:restriction base="dms:Note">
          <xsd:maxLength value="255"/>
        </xsd:restriction>
      </xsd:simpleType>
    </xsd:element>
    <xsd:element name="IntendedUsers" ma:index="10" nillable="true" ma:displayName="Intended Users" ma:format="Dropdown" ma:internalName="IntendedUsers">
      <xsd:simpleType>
        <xsd:restriction base="dms:Note">
          <xsd:maxLength value="255"/>
        </xsd:restriction>
      </xsd:simpleType>
    </xsd:element>
    <xsd:element name="DirectionforUser" ma:index="11" nillable="true" ma:displayName="Direction for User" ma:format="Dropdown" ma:internalName="DirectionforUser">
      <xsd:simpleType>
        <xsd:restriction base="dms:Note">
          <xsd:maxLength value="255"/>
        </xsd:restriction>
      </xsd:simpleType>
    </xsd:element>
    <xsd:element name="DirectionforUse" ma:index="12" nillable="true" ma:displayName="Direction for Use" ma:format="Dropdown" ma:internalName="DirectionforUse">
      <xsd:simpleType>
        <xsd:restriction base="dms:Note">
          <xsd:maxLength value="255"/>
        </xsd:restriction>
      </xsd:simpleType>
    </xsd:element>
    <xsd:element name="ApprovedUsers" ma:index="13" nillable="true" ma:displayName="Approved Users" ma:format="Dropdown" ma:internalName="ApprovedUsers">
      <xsd:simpleType>
        <xsd:restriction base="dms:Text">
          <xsd:maxLength value="255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9f0f410-54ab-4361-928d-700f5b641e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999c0-e039-4cd4-8eb7-90d0229731ff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d66bbff-c937-4943-9324-655f3ae70dac}" ma:internalName="TaxCatchAll" ma:showField="CatchAllData" ma:web="225999c0-e039-4cd4-8eb7-90d0229731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ionforUse xmlns="b5154d2e-482c-4d97-882f-f42fe39096b9" xsi:nil="true"/>
    <IntendedUse xmlns="b5154d2e-482c-4d97-882f-f42fe39096b9" xsi:nil="true"/>
    <TaxCatchAll xmlns="225999c0-e039-4cd4-8eb7-90d0229731ff" xsi:nil="true"/>
    <lcf76f155ced4ddcb4097134ff3c332f xmlns="b5154d2e-482c-4d97-882f-f42fe39096b9">
      <Terms xmlns="http://schemas.microsoft.com/office/infopath/2007/PartnerControls"/>
    </lcf76f155ced4ddcb4097134ff3c332f>
    <IntendedUsers xmlns="b5154d2e-482c-4d97-882f-f42fe39096b9" xsi:nil="true"/>
    <ApprovedUsers xmlns="b5154d2e-482c-4d97-882f-f42fe39096b9" xsi:nil="true"/>
    <Description xmlns="b5154d2e-482c-4d97-882f-f42fe39096b9" xsi:nil="true"/>
    <DirectionforUser xmlns="b5154d2e-482c-4d97-882f-f42fe39096b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90CBE2-070A-406E-955B-86535C8904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154d2e-482c-4d97-882f-f42fe39096b9"/>
    <ds:schemaRef ds:uri="225999c0-e039-4cd4-8eb7-90d022973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7E3133-CF30-4625-AD9C-E81680A7E1D8}">
  <ds:schemaRefs>
    <ds:schemaRef ds:uri="225999c0-e039-4cd4-8eb7-90d0229731ff"/>
    <ds:schemaRef ds:uri="b5154d2e-482c-4d97-882f-f42fe39096b9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C8A282E-65DA-4952-89A5-7D9C94F9C0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41440</TotalTime>
  <Words>278</Words>
  <Application>Microsoft Macintosh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21" baseType="lpstr">
      <vt:lpstr>Calibri</vt:lpstr>
      <vt:lpstr>Lato</vt:lpstr>
      <vt:lpstr>Aptos</vt:lpstr>
      <vt:lpstr>Roboto Condensed Light</vt:lpstr>
      <vt:lpstr>Abel</vt:lpstr>
      <vt:lpstr>Fira Sans Extra Condensed Medium</vt:lpstr>
      <vt:lpstr>Work Sans Regular</vt:lpstr>
      <vt:lpstr>Helvetica Neue</vt:lpstr>
      <vt:lpstr>Nunito Light</vt:lpstr>
      <vt:lpstr>Cerebri Sans Pro</vt:lpstr>
      <vt:lpstr>Varela Round</vt:lpstr>
      <vt:lpstr>Montserrat</vt:lpstr>
      <vt:lpstr>Aptos Display</vt:lpstr>
      <vt:lpstr>Arial</vt:lpstr>
      <vt:lpstr>Muli</vt:lpstr>
      <vt:lpstr>Custom Design</vt:lpstr>
      <vt:lpstr>Office Theme</vt:lpstr>
      <vt:lpstr>1_Professional Company Report by Slidesgo</vt:lpstr>
      <vt:lpstr>Neon Cyber Monday by Slidesgo</vt:lpstr>
      <vt:lpstr>1_Custom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 KRI App - Feature Overview</dc:title>
  <dc:subject>Maya KRI App</dc:subject>
  <dc:creator>python-pptx / mar.abana@maya.ph</dc:creator>
  <cp:keywords>Claude AI, Anthropic, Maya, KRI, RCO</cp:keywords>
  <dc:description>Generated by Claude AI (claude.ai) on behalf of the requestor.</dc:description>
  <cp:lastModifiedBy>Mar Gerome Abana</cp:lastModifiedBy>
  <cp:revision>35</cp:revision>
  <dcterms:created xsi:type="dcterms:W3CDTF">2026-10-08T10:49:36Z</dcterms:created>
  <dcterms:modified xsi:type="dcterms:W3CDTF">2026-10-08T22:18:52Z</dcterms:modified>
  <cp:category>AI-Generated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0x010100F34154415E0131439DE6CE68B89CAFE7</vt:lpwstr>
  </property>
  <property fmtid="{D5CDD505-2E9C-101B-9397-08002B2CF9AE}" pid="3" name="MediaServiceImageTags">
    <vt:lpwstr/>
  </property>
</Properties>
</file>